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8">
  <p:sldMasterIdLst>
    <p:sldMasterId id="2147483648" r:id="rId4"/>
  </p:sldMasterIdLst>
  <p:notesMasterIdLst>
    <p:notesMasterId r:id="rId40"/>
  </p:notesMasterIdLst>
  <p:sldIdLst>
    <p:sldId id="257" r:id="rId5"/>
    <p:sldId id="256" r:id="rId6"/>
    <p:sldId id="266" r:id="rId7"/>
    <p:sldId id="261" r:id="rId8"/>
    <p:sldId id="303" r:id="rId9"/>
    <p:sldId id="258" r:id="rId10"/>
    <p:sldId id="304" r:id="rId11"/>
    <p:sldId id="306" r:id="rId12"/>
    <p:sldId id="298" r:id="rId13"/>
    <p:sldId id="296" r:id="rId14"/>
    <p:sldId id="283" r:id="rId15"/>
    <p:sldId id="299" r:id="rId16"/>
    <p:sldId id="318" r:id="rId17"/>
    <p:sldId id="262" r:id="rId18"/>
    <p:sldId id="297" r:id="rId19"/>
    <p:sldId id="308" r:id="rId20"/>
    <p:sldId id="307" r:id="rId21"/>
    <p:sldId id="324" r:id="rId22"/>
    <p:sldId id="310" r:id="rId23"/>
    <p:sldId id="320" r:id="rId24"/>
    <p:sldId id="321" r:id="rId25"/>
    <p:sldId id="323" r:id="rId26"/>
    <p:sldId id="322" r:id="rId27"/>
    <p:sldId id="311" r:id="rId28"/>
    <p:sldId id="316" r:id="rId29"/>
    <p:sldId id="309" r:id="rId30"/>
    <p:sldId id="280" r:id="rId31"/>
    <p:sldId id="312" r:id="rId32"/>
    <p:sldId id="313" r:id="rId33"/>
    <p:sldId id="314" r:id="rId34"/>
    <p:sldId id="317" r:id="rId35"/>
    <p:sldId id="302" r:id="rId36"/>
    <p:sldId id="315" r:id="rId37"/>
    <p:sldId id="259" r:id="rId38"/>
    <p:sldId id="265" r:id="rId39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5DA086A-ECE9-427E-B14B-CD758290359D}">
          <p14:sldIdLst>
            <p14:sldId id="257"/>
            <p14:sldId id="256"/>
            <p14:sldId id="266"/>
            <p14:sldId id="261"/>
            <p14:sldId id="303"/>
            <p14:sldId id="258"/>
            <p14:sldId id="304"/>
            <p14:sldId id="306"/>
            <p14:sldId id="298"/>
            <p14:sldId id="296"/>
            <p14:sldId id="283"/>
            <p14:sldId id="299"/>
            <p14:sldId id="318"/>
            <p14:sldId id="262"/>
            <p14:sldId id="297"/>
            <p14:sldId id="308"/>
            <p14:sldId id="307"/>
            <p14:sldId id="324"/>
            <p14:sldId id="310"/>
            <p14:sldId id="320"/>
            <p14:sldId id="321"/>
            <p14:sldId id="323"/>
            <p14:sldId id="322"/>
            <p14:sldId id="311"/>
            <p14:sldId id="316"/>
            <p14:sldId id="309"/>
            <p14:sldId id="280"/>
            <p14:sldId id="312"/>
            <p14:sldId id="313"/>
            <p14:sldId id="314"/>
            <p14:sldId id="317"/>
            <p14:sldId id="302"/>
            <p14:sldId id="315"/>
            <p14:sldId id="259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CCD66-C8EA-4DBC-A24B-400C123F32BF}" v="831" dt="2021-06-19T00:45:32.419"/>
    <p1510:client id="{F817F7FA-0C2B-44B6-9B7E-5DA72B2C0552}" v="161" dt="2021-06-21T23:36:54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90" y="-19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AMILLO MORENO ANDRES FELIPE" userId="S::andresfjaramillo@estudiante.uniajc.edu.co::17605a83-e1ce-4a7d-9b6b-1b85ae0f4f97" providerId="AD" clId="Web-{DAF09823-9240-4968-B10A-C07457839513}"/>
    <pc:docChg chg="modSld">
      <pc:chgData name="JARAMILLO MORENO ANDRES FELIPE" userId="S::andresfjaramillo@estudiante.uniajc.edu.co::17605a83-e1ce-4a7d-9b6b-1b85ae0f4f97" providerId="AD" clId="Web-{DAF09823-9240-4968-B10A-C07457839513}" dt="2021-06-18T21:42:15.682" v="90"/>
      <pc:docMkLst>
        <pc:docMk/>
      </pc:docMkLst>
      <pc:sldChg chg="modSp">
        <pc:chgData name="JARAMILLO MORENO ANDRES FELIPE" userId="S::andresfjaramillo@estudiante.uniajc.edu.co::17605a83-e1ce-4a7d-9b6b-1b85ae0f4f97" providerId="AD" clId="Web-{DAF09823-9240-4968-B10A-C07457839513}" dt="2021-06-18T21:35:23.095" v="53" actId="20577"/>
        <pc:sldMkLst>
          <pc:docMk/>
          <pc:sldMk cId="1799319920" sldId="259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35:23.095" v="53" actId="20577"/>
          <ac:spMkLst>
            <pc:docMk/>
            <pc:sldMk cId="1799319920" sldId="259"/>
            <ac:spMk id="3" creationId="{8618FA57-0B32-4E27-9B9B-16D1254CA21D}"/>
          </ac:spMkLst>
        </pc:spChg>
      </pc:sldChg>
      <pc:sldChg chg="modSp">
        <pc:chgData name="JARAMILLO MORENO ANDRES FELIPE" userId="S::andresfjaramillo@estudiante.uniajc.edu.co::17605a83-e1ce-4a7d-9b6b-1b85ae0f4f97" providerId="AD" clId="Web-{DAF09823-9240-4968-B10A-C07457839513}" dt="2021-06-18T21:27:42.960" v="6" actId="1076"/>
        <pc:sldMkLst>
          <pc:docMk/>
          <pc:sldMk cId="1508107731" sldId="296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27:14.459" v="1" actId="20577"/>
          <ac:spMkLst>
            <pc:docMk/>
            <pc:sldMk cId="1508107731" sldId="296"/>
            <ac:spMk id="12" creationId="{2E40C642-3F1A-47EE-9806-B467D5D908B4}"/>
          </ac:spMkLst>
        </pc:spChg>
        <pc:spChg chg="mod">
          <ac:chgData name="JARAMILLO MORENO ANDRES FELIPE" userId="S::andresfjaramillo@estudiante.uniajc.edu.co::17605a83-e1ce-4a7d-9b6b-1b85ae0f4f97" providerId="AD" clId="Web-{DAF09823-9240-4968-B10A-C07457839513}" dt="2021-06-18T21:27:42.960" v="6" actId="1076"/>
          <ac:spMkLst>
            <pc:docMk/>
            <pc:sldMk cId="1508107731" sldId="296"/>
            <ac:spMk id="14" creationId="{FD2B2828-966D-4AE7-85EF-C469A054289D}"/>
          </ac:spMkLst>
        </pc:spChg>
      </pc:sldChg>
      <pc:sldChg chg="modSp">
        <pc:chgData name="JARAMILLO MORENO ANDRES FELIPE" userId="S::andresfjaramillo@estudiante.uniajc.edu.co::17605a83-e1ce-4a7d-9b6b-1b85ae0f4f97" providerId="AD" clId="Web-{DAF09823-9240-4968-B10A-C07457839513}" dt="2021-06-18T21:28:41.523" v="7" actId="1076"/>
        <pc:sldMkLst>
          <pc:docMk/>
          <pc:sldMk cId="2413048827" sldId="299"/>
        </pc:sldMkLst>
        <pc:picChg chg="mod">
          <ac:chgData name="JARAMILLO MORENO ANDRES FELIPE" userId="S::andresfjaramillo@estudiante.uniajc.edu.co::17605a83-e1ce-4a7d-9b6b-1b85ae0f4f97" providerId="AD" clId="Web-{DAF09823-9240-4968-B10A-C07457839513}" dt="2021-06-18T21:28:41.523" v="7" actId="1076"/>
          <ac:picMkLst>
            <pc:docMk/>
            <pc:sldMk cId="2413048827" sldId="299"/>
            <ac:picMk id="4098" creationId="{46228BFE-C0A4-408C-BC01-41D14C928850}"/>
          </ac:picMkLst>
        </pc:picChg>
      </pc:sldChg>
      <pc:sldChg chg="addSp modSp">
        <pc:chgData name="JARAMILLO MORENO ANDRES FELIPE" userId="S::andresfjaramillo@estudiante.uniajc.edu.co::17605a83-e1ce-4a7d-9b6b-1b85ae0f4f97" providerId="AD" clId="Web-{DAF09823-9240-4968-B10A-C07457839513}" dt="2021-06-18T21:42:15.682" v="90"/>
        <pc:sldMkLst>
          <pc:docMk/>
          <pc:sldMk cId="3540441120" sldId="307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41:36.196" v="69" actId="20577"/>
          <ac:spMkLst>
            <pc:docMk/>
            <pc:sldMk cId="3540441120" sldId="307"/>
            <ac:spMk id="2" creationId="{249A4B38-1F0C-499B-B992-C90D61D74A4D}"/>
          </ac:spMkLst>
        </pc:spChg>
        <pc:graphicFrameChg chg="add mod modGraphic">
          <ac:chgData name="JARAMILLO MORENO ANDRES FELIPE" userId="S::andresfjaramillo@estudiante.uniajc.edu.co::17605a83-e1ce-4a7d-9b6b-1b85ae0f4f97" providerId="AD" clId="Web-{DAF09823-9240-4968-B10A-C07457839513}" dt="2021-06-18T21:42:15.682" v="90"/>
          <ac:graphicFrameMkLst>
            <pc:docMk/>
            <pc:sldMk cId="3540441120" sldId="307"/>
            <ac:graphicFrameMk id="3" creationId="{00257EAD-CB34-4049-8E16-BA281121F814}"/>
          </ac:graphicFrameMkLst>
        </pc:graphicFrameChg>
      </pc:sldChg>
      <pc:sldChg chg="delSp modSp">
        <pc:chgData name="JARAMILLO MORENO ANDRES FELIPE" userId="S::andresfjaramillo@estudiante.uniajc.edu.co::17605a83-e1ce-4a7d-9b6b-1b85ae0f4f97" providerId="AD" clId="Web-{DAF09823-9240-4968-B10A-C07457839513}" dt="2021-06-18T21:38:24.192" v="68" actId="1076"/>
        <pc:sldMkLst>
          <pc:docMk/>
          <pc:sldMk cId="2459600175" sldId="314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38:24.192" v="68" actId="1076"/>
          <ac:spMkLst>
            <pc:docMk/>
            <pc:sldMk cId="2459600175" sldId="314"/>
            <ac:spMk id="2" creationId="{0FD5644F-7976-4C6A-AB35-2D77E3B395E1}"/>
          </ac:spMkLst>
        </pc:spChg>
        <pc:spChg chg="del">
          <ac:chgData name="JARAMILLO MORENO ANDRES FELIPE" userId="S::andresfjaramillo@estudiante.uniajc.edu.co::17605a83-e1ce-4a7d-9b6b-1b85ae0f4f97" providerId="AD" clId="Web-{DAF09823-9240-4968-B10A-C07457839513}" dt="2021-06-18T21:32:17.059" v="15"/>
          <ac:spMkLst>
            <pc:docMk/>
            <pc:sldMk cId="2459600175" sldId="314"/>
            <ac:spMk id="12" creationId="{A601B2E0-A2FC-4CD2-ADF9-CAF2665B5F69}"/>
          </ac:spMkLst>
        </pc:spChg>
      </pc:sldChg>
      <pc:sldChg chg="modSp">
        <pc:chgData name="JARAMILLO MORENO ANDRES FELIPE" userId="S::andresfjaramillo@estudiante.uniajc.edu.co::17605a83-e1ce-4a7d-9b6b-1b85ae0f4f97" providerId="AD" clId="Web-{DAF09823-9240-4968-B10A-C07457839513}" dt="2021-06-18T21:36:06.096" v="65" actId="20577"/>
        <pc:sldMkLst>
          <pc:docMk/>
          <pc:sldMk cId="2305730756" sldId="315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36:06.096" v="65" actId="20577"/>
          <ac:spMkLst>
            <pc:docMk/>
            <pc:sldMk cId="2305730756" sldId="315"/>
            <ac:spMk id="12" creationId="{1A52EF43-5A7D-4B24-A729-2B0C80FB3ADD}"/>
          </ac:spMkLst>
        </pc:spChg>
        <pc:graphicFrameChg chg="mod modGraphic">
          <ac:chgData name="JARAMILLO MORENO ANDRES FELIPE" userId="S::andresfjaramillo@estudiante.uniajc.edu.co::17605a83-e1ce-4a7d-9b6b-1b85ae0f4f97" providerId="AD" clId="Web-{DAF09823-9240-4968-B10A-C07457839513}" dt="2021-06-18T21:35:31.407" v="57"/>
          <ac:graphicFrameMkLst>
            <pc:docMk/>
            <pc:sldMk cId="2305730756" sldId="315"/>
            <ac:graphicFrameMk id="11" creationId="{475870A7-CA40-40BB-83E5-75DE4EBF9456}"/>
          </ac:graphicFrameMkLst>
        </pc:graphicFrameChg>
      </pc:sldChg>
      <pc:sldChg chg="modSp">
        <pc:chgData name="JARAMILLO MORENO ANDRES FELIPE" userId="S::andresfjaramillo@estudiante.uniajc.edu.co::17605a83-e1ce-4a7d-9b6b-1b85ae0f4f97" providerId="AD" clId="Web-{DAF09823-9240-4968-B10A-C07457839513}" dt="2021-06-18T21:33:47.311" v="37"/>
        <pc:sldMkLst>
          <pc:docMk/>
          <pc:sldMk cId="2992347133" sldId="317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33:47.311" v="37"/>
          <ac:spMkLst>
            <pc:docMk/>
            <pc:sldMk cId="2992347133" sldId="317"/>
            <ac:spMk id="8" creationId="{E1C07F3C-729A-41FD-87CA-590D294A4AED}"/>
          </ac:spMkLst>
        </pc:spChg>
      </pc:sldChg>
      <pc:sldChg chg="modSp">
        <pc:chgData name="JARAMILLO MORENO ANDRES FELIPE" userId="S::andresfjaramillo@estudiante.uniajc.edu.co::17605a83-e1ce-4a7d-9b6b-1b85ae0f4f97" providerId="AD" clId="Web-{DAF09823-9240-4968-B10A-C07457839513}" dt="2021-06-18T21:30:25.729" v="12" actId="20577"/>
        <pc:sldMkLst>
          <pc:docMk/>
          <pc:sldMk cId="2769505152" sldId="318"/>
        </pc:sldMkLst>
        <pc:spChg chg="mod">
          <ac:chgData name="JARAMILLO MORENO ANDRES FELIPE" userId="S::andresfjaramillo@estudiante.uniajc.edu.co::17605a83-e1ce-4a7d-9b6b-1b85ae0f4f97" providerId="AD" clId="Web-{DAF09823-9240-4968-B10A-C07457839513}" dt="2021-06-18T21:30:25.729" v="12" actId="20577"/>
          <ac:spMkLst>
            <pc:docMk/>
            <pc:sldMk cId="2769505152" sldId="318"/>
            <ac:spMk id="4" creationId="{010EEBAB-61D0-48D5-85A0-8FDEEFD3AC7A}"/>
          </ac:spMkLst>
        </pc:spChg>
      </pc:sldChg>
    </pc:docChg>
  </pc:docChgLst>
  <pc:docChgLst>
    <pc:chgData name="JARAMILLO MORENO ANDRES FELIPE" userId="S::andresfjaramillo@estudiante.uniajc.edu.co::17605a83-e1ce-4a7d-9b6b-1b85ae0f4f97" providerId="AD" clId="Web-{0D6910FC-68FA-4351-B48B-67840BDEDA19}"/>
    <pc:docChg chg="sldOrd">
      <pc:chgData name="JARAMILLO MORENO ANDRES FELIPE" userId="S::andresfjaramillo@estudiante.uniajc.edu.co::17605a83-e1ce-4a7d-9b6b-1b85ae0f4f97" providerId="AD" clId="Web-{0D6910FC-68FA-4351-B48B-67840BDEDA19}" dt="2021-06-08T20:14:05.908" v="0"/>
      <pc:docMkLst>
        <pc:docMk/>
      </pc:docMkLst>
      <pc:sldChg chg="ord">
        <pc:chgData name="JARAMILLO MORENO ANDRES FELIPE" userId="S::andresfjaramillo@estudiante.uniajc.edu.co::17605a83-e1ce-4a7d-9b6b-1b85ae0f4f97" providerId="AD" clId="Web-{0D6910FC-68FA-4351-B48B-67840BDEDA19}" dt="2021-06-08T20:14:05.908" v="0"/>
        <pc:sldMkLst>
          <pc:docMk/>
          <pc:sldMk cId="1765233400" sldId="291"/>
        </pc:sldMkLst>
      </pc:sldChg>
    </pc:docChg>
  </pc:docChgLst>
  <pc:docChgLst>
    <pc:chgData name="Miguel Angel Caycedo Saa" userId="S::mcaycedo@estudiante.uniajc.edu.co::b395fc9c-f80b-4d41-b338-220f210af933" providerId="AD" clId="Web-{BB94B34C-28E6-4EA7-9C81-F8C506315932}"/>
    <pc:docChg chg="addSld modSld sldOrd modSection">
      <pc:chgData name="Miguel Angel Caycedo Saa" userId="S::mcaycedo@estudiante.uniajc.edu.co::b395fc9c-f80b-4d41-b338-220f210af933" providerId="AD" clId="Web-{BB94B34C-28E6-4EA7-9C81-F8C506315932}" dt="2021-05-05T13:32:01.246" v="123"/>
      <pc:docMkLst>
        <pc:docMk/>
      </pc:docMkLst>
      <pc:sldChg chg="modSp">
        <pc:chgData name="Miguel Angel Caycedo Saa" userId="S::mcaycedo@estudiante.uniajc.edu.co::b395fc9c-f80b-4d41-b338-220f210af933" providerId="AD" clId="Web-{BB94B34C-28E6-4EA7-9C81-F8C506315932}" dt="2021-05-05T13:24:42.937" v="3" actId="20577"/>
        <pc:sldMkLst>
          <pc:docMk/>
          <pc:sldMk cId="3007973077" sldId="280"/>
        </pc:sldMkLst>
        <pc:spChg chg="mod">
          <ac:chgData name="Miguel Angel Caycedo Saa" userId="S::mcaycedo@estudiante.uniajc.edu.co::b395fc9c-f80b-4d41-b338-220f210af933" providerId="AD" clId="Web-{BB94B34C-28E6-4EA7-9C81-F8C506315932}" dt="2021-05-05T13:24:16.139" v="1" actId="20577"/>
          <ac:spMkLst>
            <pc:docMk/>
            <pc:sldMk cId="3007973077" sldId="280"/>
            <ac:spMk id="8" creationId="{6B2DA843-4962-48E5-854A-8F7AC4635BE2}"/>
          </ac:spMkLst>
        </pc:spChg>
        <pc:spChg chg="mod">
          <ac:chgData name="Miguel Angel Caycedo Saa" userId="S::mcaycedo@estudiante.uniajc.edu.co::b395fc9c-f80b-4d41-b338-220f210af933" providerId="AD" clId="Web-{BB94B34C-28E6-4EA7-9C81-F8C506315932}" dt="2021-05-05T13:24:42.937" v="3" actId="20577"/>
          <ac:spMkLst>
            <pc:docMk/>
            <pc:sldMk cId="3007973077" sldId="280"/>
            <ac:spMk id="16" creationId="{8CDE8CA3-9575-4350-BCBF-BC72515055D9}"/>
          </ac:spMkLst>
        </pc:spChg>
      </pc:sldChg>
      <pc:sldChg chg="ord">
        <pc:chgData name="Miguel Angel Caycedo Saa" userId="S::mcaycedo@estudiante.uniajc.edu.co::b395fc9c-f80b-4d41-b338-220f210af933" providerId="AD" clId="Web-{BB94B34C-28E6-4EA7-9C81-F8C506315932}" dt="2021-05-05T13:32:01.246" v="121"/>
        <pc:sldMkLst>
          <pc:docMk/>
          <pc:sldMk cId="1624556010" sldId="309"/>
        </pc:sldMkLst>
      </pc:sldChg>
      <pc:sldChg chg="ord">
        <pc:chgData name="Miguel Angel Caycedo Saa" userId="S::mcaycedo@estudiante.uniajc.edu.co::b395fc9c-f80b-4d41-b338-220f210af933" providerId="AD" clId="Web-{BB94B34C-28E6-4EA7-9C81-F8C506315932}" dt="2021-05-05T13:32:01.246" v="122"/>
        <pc:sldMkLst>
          <pc:docMk/>
          <pc:sldMk cId="2857981807" sldId="310"/>
        </pc:sldMkLst>
      </pc:sldChg>
      <pc:sldChg chg="ord">
        <pc:chgData name="Miguel Angel Caycedo Saa" userId="S::mcaycedo@estudiante.uniajc.edu.co::b395fc9c-f80b-4d41-b338-220f210af933" providerId="AD" clId="Web-{BB94B34C-28E6-4EA7-9C81-F8C506315932}" dt="2021-05-05T13:32:01.246" v="123"/>
        <pc:sldMkLst>
          <pc:docMk/>
          <pc:sldMk cId="2839906318" sldId="311"/>
        </pc:sldMkLst>
      </pc:sldChg>
      <pc:sldChg chg="modSp">
        <pc:chgData name="Miguel Angel Caycedo Saa" userId="S::mcaycedo@estudiante.uniajc.edu.co::b395fc9c-f80b-4d41-b338-220f210af933" providerId="AD" clId="Web-{BB94B34C-28E6-4EA7-9C81-F8C506315932}" dt="2021-05-05T13:25:28.766" v="6" actId="20577"/>
        <pc:sldMkLst>
          <pc:docMk/>
          <pc:sldMk cId="4031755485" sldId="312"/>
        </pc:sldMkLst>
        <pc:spChg chg="mod">
          <ac:chgData name="Miguel Angel Caycedo Saa" userId="S::mcaycedo@estudiante.uniajc.edu.co::b395fc9c-f80b-4d41-b338-220f210af933" providerId="AD" clId="Web-{BB94B34C-28E6-4EA7-9C81-F8C506315932}" dt="2021-05-05T13:25:28.766" v="6" actId="20577"/>
          <ac:spMkLst>
            <pc:docMk/>
            <pc:sldMk cId="4031755485" sldId="312"/>
            <ac:spMk id="8" creationId="{6B2DA843-4962-48E5-854A-8F7AC4635BE2}"/>
          </ac:spMkLst>
        </pc:spChg>
      </pc:sldChg>
      <pc:sldChg chg="addSp delSp modSp add replId">
        <pc:chgData name="Miguel Angel Caycedo Saa" userId="S::mcaycedo@estudiante.uniajc.edu.co::b395fc9c-f80b-4d41-b338-220f210af933" providerId="AD" clId="Web-{BB94B34C-28E6-4EA7-9C81-F8C506315932}" dt="2021-05-05T13:31:11.167" v="120" actId="20577"/>
        <pc:sldMkLst>
          <pc:docMk/>
          <pc:sldMk cId="2459600175" sldId="314"/>
        </pc:sldMkLst>
        <pc:spChg chg="add mod">
          <ac:chgData name="Miguel Angel Caycedo Saa" userId="S::mcaycedo@estudiante.uniajc.edu.co::b395fc9c-f80b-4d41-b338-220f210af933" providerId="AD" clId="Web-{BB94B34C-28E6-4EA7-9C81-F8C506315932}" dt="2021-05-05T13:30:51.494" v="119" actId="20577"/>
          <ac:spMkLst>
            <pc:docMk/>
            <pc:sldMk cId="2459600175" sldId="314"/>
            <ac:spMk id="2" creationId="{0FD5644F-7976-4C6A-AB35-2D77E3B395E1}"/>
          </ac:spMkLst>
        </pc:spChg>
        <pc:spChg chg="mod">
          <ac:chgData name="Miguel Angel Caycedo Saa" userId="S::mcaycedo@estudiante.uniajc.edu.co::b395fc9c-f80b-4d41-b338-220f210af933" providerId="AD" clId="Web-{BB94B34C-28E6-4EA7-9C81-F8C506315932}" dt="2021-05-05T13:27:44.848" v="27" actId="20577"/>
          <ac:spMkLst>
            <pc:docMk/>
            <pc:sldMk cId="2459600175" sldId="314"/>
            <ac:spMk id="12" creationId="{A601B2E0-A2FC-4CD2-ADF9-CAF2665B5F69}"/>
          </ac:spMkLst>
        </pc:spChg>
        <pc:spChg chg="del">
          <ac:chgData name="Miguel Angel Caycedo Saa" userId="S::mcaycedo@estudiante.uniajc.edu.co::b395fc9c-f80b-4d41-b338-220f210af933" providerId="AD" clId="Web-{BB94B34C-28E6-4EA7-9C81-F8C506315932}" dt="2021-05-05T13:28:10.052" v="32"/>
          <ac:spMkLst>
            <pc:docMk/>
            <pc:sldMk cId="2459600175" sldId="314"/>
            <ac:spMk id="15" creationId="{DB391D16-137E-4857-9FA2-EFC70B99C5AB}"/>
          </ac:spMkLst>
        </pc:spChg>
        <pc:spChg chg="mod">
          <ac:chgData name="Miguel Angel Caycedo Saa" userId="S::mcaycedo@estudiante.uniajc.edu.co::b395fc9c-f80b-4d41-b338-220f210af933" providerId="AD" clId="Web-{BB94B34C-28E6-4EA7-9C81-F8C506315932}" dt="2021-05-05T13:31:11.167" v="120" actId="20577"/>
          <ac:spMkLst>
            <pc:docMk/>
            <pc:sldMk cId="2459600175" sldId="314"/>
            <ac:spMk id="16" creationId="{8CDE8CA3-9575-4350-BCBF-BC72515055D9}"/>
          </ac:spMkLst>
        </pc:spChg>
        <pc:picChg chg="del">
          <ac:chgData name="Miguel Angel Caycedo Saa" userId="S::mcaycedo@estudiante.uniajc.edu.co::b395fc9c-f80b-4d41-b338-220f210af933" providerId="AD" clId="Web-{BB94B34C-28E6-4EA7-9C81-F8C506315932}" dt="2021-05-05T13:28:01.443" v="30"/>
          <ac:picMkLst>
            <pc:docMk/>
            <pc:sldMk cId="2459600175" sldId="314"/>
            <ac:picMk id="6146" creationId="{C62BF12F-9123-474D-951A-DAB92AD8269B}"/>
          </ac:picMkLst>
        </pc:picChg>
      </pc:sldChg>
    </pc:docChg>
  </pc:docChgLst>
  <pc:docChgLst>
    <pc:chgData name="JARAMILLO MORENO ANDRES FELIPE" userId="S::andresfjaramillo@estudiante.uniajc.edu.co::17605a83-e1ce-4a7d-9b6b-1b85ae0f4f97" providerId="AD" clId="Web-{0187E7DB-577C-4176-88FA-EFF7D184A409}"/>
    <pc:docChg chg="modSld">
      <pc:chgData name="JARAMILLO MORENO ANDRES FELIPE" userId="S::andresfjaramillo@estudiante.uniajc.edu.co::17605a83-e1ce-4a7d-9b6b-1b85ae0f4f97" providerId="AD" clId="Web-{0187E7DB-577C-4176-88FA-EFF7D184A409}" dt="2021-06-03T19:43:39.895" v="3" actId="20577"/>
      <pc:docMkLst>
        <pc:docMk/>
      </pc:docMkLst>
      <pc:sldChg chg="modSp">
        <pc:chgData name="JARAMILLO MORENO ANDRES FELIPE" userId="S::andresfjaramillo@estudiante.uniajc.edu.co::17605a83-e1ce-4a7d-9b6b-1b85ae0f4f97" providerId="AD" clId="Web-{0187E7DB-577C-4176-88FA-EFF7D184A409}" dt="2021-06-03T19:43:39.895" v="3" actId="20577"/>
        <pc:sldMkLst>
          <pc:docMk/>
          <pc:sldMk cId="1824463352" sldId="266"/>
        </pc:sldMkLst>
        <pc:spChg chg="mod">
          <ac:chgData name="JARAMILLO MORENO ANDRES FELIPE" userId="S::andresfjaramillo@estudiante.uniajc.edu.co::17605a83-e1ce-4a7d-9b6b-1b85ae0f4f97" providerId="AD" clId="Web-{0187E7DB-577C-4176-88FA-EFF7D184A409}" dt="2021-06-03T19:43:39.895" v="3" actId="20577"/>
          <ac:spMkLst>
            <pc:docMk/>
            <pc:sldMk cId="1824463352" sldId="266"/>
            <ac:spMk id="5" creationId="{F2990B15-9796-4126-B9F2-D7D313C8F12B}"/>
          </ac:spMkLst>
        </pc:spChg>
      </pc:sldChg>
    </pc:docChg>
  </pc:docChgLst>
  <pc:docChgLst>
    <pc:chgData name="JARAMILLO MORENO ANDRES FELIPE" userId="17605a83-e1ce-4a7d-9b6b-1b85ae0f4f97" providerId="ADAL" clId="{052679F8-C7E5-4A4A-B3BE-613663F4F084}"/>
    <pc:docChg chg="modSld">
      <pc:chgData name="JARAMILLO MORENO ANDRES FELIPE" userId="17605a83-e1ce-4a7d-9b6b-1b85ae0f4f97" providerId="ADAL" clId="{052679F8-C7E5-4A4A-B3BE-613663F4F084}" dt="2021-06-03T20:46:32.183" v="8" actId="207"/>
      <pc:docMkLst>
        <pc:docMk/>
      </pc:docMkLst>
      <pc:sldChg chg="modSp mod">
        <pc:chgData name="JARAMILLO MORENO ANDRES FELIPE" userId="17605a83-e1ce-4a7d-9b6b-1b85ae0f4f97" providerId="ADAL" clId="{052679F8-C7E5-4A4A-B3BE-613663F4F084}" dt="2021-06-03T20:46:32.183" v="8" actId="207"/>
        <pc:sldMkLst>
          <pc:docMk/>
          <pc:sldMk cId="1799319920" sldId="259"/>
        </pc:sldMkLst>
        <pc:spChg chg="mod">
          <ac:chgData name="JARAMILLO MORENO ANDRES FELIPE" userId="17605a83-e1ce-4a7d-9b6b-1b85ae0f4f97" providerId="ADAL" clId="{052679F8-C7E5-4A4A-B3BE-613663F4F084}" dt="2021-06-03T20:46:32.183" v="8" actId="207"/>
          <ac:spMkLst>
            <pc:docMk/>
            <pc:sldMk cId="1799319920" sldId="259"/>
            <ac:spMk id="3" creationId="{8618FA57-0B32-4E27-9B9B-16D1254CA21D}"/>
          </ac:spMkLst>
        </pc:spChg>
      </pc:sldChg>
      <pc:sldChg chg="modSp mod">
        <pc:chgData name="JARAMILLO MORENO ANDRES FELIPE" userId="17605a83-e1ce-4a7d-9b6b-1b85ae0f4f97" providerId="ADAL" clId="{052679F8-C7E5-4A4A-B3BE-613663F4F084}" dt="2021-06-03T20:44:43.738" v="6" actId="20577"/>
        <pc:sldMkLst>
          <pc:docMk/>
          <pc:sldMk cId="2459600175" sldId="314"/>
        </pc:sldMkLst>
        <pc:spChg chg="mod">
          <ac:chgData name="JARAMILLO MORENO ANDRES FELIPE" userId="17605a83-e1ce-4a7d-9b6b-1b85ae0f4f97" providerId="ADAL" clId="{052679F8-C7E5-4A4A-B3BE-613663F4F084}" dt="2021-06-03T20:44:43.738" v="6" actId="20577"/>
          <ac:spMkLst>
            <pc:docMk/>
            <pc:sldMk cId="2459600175" sldId="314"/>
            <ac:spMk id="2" creationId="{0FD5644F-7976-4C6A-AB35-2D77E3B395E1}"/>
          </ac:spMkLst>
        </pc:spChg>
      </pc:sldChg>
    </pc:docChg>
  </pc:docChgLst>
  <pc:docChgLst>
    <pc:chgData name="JARAMILLO MORENO ANDRES FELIPE" userId="S::andresfjaramillo@estudiante.uniajc.edu.co::17605a83-e1ce-4a7d-9b6b-1b85ae0f4f97" providerId="AD" clId="Web-{FDB75977-2B9D-4DD4-93AA-52466ECE0BFA}"/>
    <pc:docChg chg="modSld sldOrd">
      <pc:chgData name="JARAMILLO MORENO ANDRES FELIPE" userId="S::andresfjaramillo@estudiante.uniajc.edu.co::17605a83-e1ce-4a7d-9b6b-1b85ae0f4f97" providerId="AD" clId="Web-{FDB75977-2B9D-4DD4-93AA-52466ECE0BFA}" dt="2021-06-19T00:40:56.617" v="38"/>
      <pc:docMkLst>
        <pc:docMk/>
      </pc:docMkLst>
      <pc:sldChg chg="addSp modSp">
        <pc:chgData name="JARAMILLO MORENO ANDRES FELIPE" userId="S::andresfjaramillo@estudiante.uniajc.edu.co::17605a83-e1ce-4a7d-9b6b-1b85ae0f4f97" providerId="AD" clId="Web-{FDB75977-2B9D-4DD4-93AA-52466ECE0BFA}" dt="2021-06-19T00:31:21.479" v="37" actId="20577"/>
        <pc:sldMkLst>
          <pc:docMk/>
          <pc:sldMk cId="2413048827" sldId="299"/>
        </pc:sldMkLst>
        <pc:spChg chg="add mod">
          <ac:chgData name="JARAMILLO MORENO ANDRES FELIPE" userId="S::andresfjaramillo@estudiante.uniajc.edu.co::17605a83-e1ce-4a7d-9b6b-1b85ae0f4f97" providerId="AD" clId="Web-{FDB75977-2B9D-4DD4-93AA-52466ECE0BFA}" dt="2021-06-19T00:31:21.479" v="37" actId="20577"/>
          <ac:spMkLst>
            <pc:docMk/>
            <pc:sldMk cId="2413048827" sldId="299"/>
            <ac:spMk id="4" creationId="{AA5A65C4-F876-49D5-97BF-D1E76E0ABAD1}"/>
          </ac:spMkLst>
        </pc:spChg>
        <pc:spChg chg="add mod">
          <ac:chgData name="JARAMILLO MORENO ANDRES FELIPE" userId="S::andresfjaramillo@estudiante.uniajc.edu.co::17605a83-e1ce-4a7d-9b6b-1b85ae0f4f97" providerId="AD" clId="Web-{FDB75977-2B9D-4DD4-93AA-52466ECE0BFA}" dt="2021-06-19T00:31:13.244" v="34" actId="14100"/>
          <ac:spMkLst>
            <pc:docMk/>
            <pc:sldMk cId="2413048827" sldId="299"/>
            <ac:spMk id="6" creationId="{75EB003F-826A-49C9-9A73-B7E9187DB200}"/>
          </ac:spMkLst>
        </pc:spChg>
      </pc:sldChg>
      <pc:sldChg chg="ord">
        <pc:chgData name="JARAMILLO MORENO ANDRES FELIPE" userId="S::andresfjaramillo@estudiante.uniajc.edu.co::17605a83-e1ce-4a7d-9b6b-1b85ae0f4f97" providerId="AD" clId="Web-{FDB75977-2B9D-4DD4-93AA-52466ECE0BFA}" dt="2021-06-19T00:40:56.617" v="38"/>
        <pc:sldMkLst>
          <pc:docMk/>
          <pc:sldMk cId="1077248335" sldId="324"/>
        </pc:sldMkLst>
      </pc:sldChg>
    </pc:docChg>
  </pc:docChgLst>
  <pc:docChgLst>
    <pc:chgData name="Miguel Angel Caycedo Saa" userId="S::mcaycedo@estudiante.uniajc.edu.co::b395fc9c-f80b-4d41-b338-220f210af933" providerId="AD" clId="Web-{CA2A174C-E0D5-4364-AB16-754322175ADA}"/>
    <pc:docChg chg="modSld">
      <pc:chgData name="Miguel Angel Caycedo Saa" userId="S::mcaycedo@estudiante.uniajc.edu.co::b395fc9c-f80b-4d41-b338-220f210af933" providerId="AD" clId="Web-{CA2A174C-E0D5-4364-AB16-754322175ADA}" dt="2021-05-31T19:37:25.193" v="0" actId="1076"/>
      <pc:docMkLst>
        <pc:docMk/>
      </pc:docMkLst>
      <pc:sldChg chg="modSp">
        <pc:chgData name="Miguel Angel Caycedo Saa" userId="S::mcaycedo@estudiante.uniajc.edu.co::b395fc9c-f80b-4d41-b338-220f210af933" providerId="AD" clId="Web-{CA2A174C-E0D5-4364-AB16-754322175ADA}" dt="2021-05-31T19:37:25.193" v="0" actId="1076"/>
        <pc:sldMkLst>
          <pc:docMk/>
          <pc:sldMk cId="4031755485" sldId="312"/>
        </pc:sldMkLst>
        <pc:picChg chg="mod">
          <ac:chgData name="Miguel Angel Caycedo Saa" userId="S::mcaycedo@estudiante.uniajc.edu.co::b395fc9c-f80b-4d41-b338-220f210af933" providerId="AD" clId="Web-{CA2A174C-E0D5-4364-AB16-754322175ADA}" dt="2021-05-31T19:37:25.193" v="0" actId="1076"/>
          <ac:picMkLst>
            <pc:docMk/>
            <pc:sldMk cId="4031755485" sldId="312"/>
            <ac:picMk id="5122" creationId="{BCF6FD50-D92D-4315-9BA1-FF77A6AF6A01}"/>
          </ac:picMkLst>
        </pc:picChg>
      </pc:sldChg>
    </pc:docChg>
  </pc:docChgLst>
  <pc:docChgLst>
    <pc:chgData name="Miguel Angel Caycedo Saa" userId="S::mcaycedo@estudiante.uniajc.edu.co::b395fc9c-f80b-4d41-b338-220f210af933" providerId="AD" clId="Web-{4F181F11-1DF5-4DF2-9904-AF074B411564}"/>
    <pc:docChg chg="addSld modSld modSection">
      <pc:chgData name="Miguel Angel Caycedo Saa" userId="S::mcaycedo@estudiante.uniajc.edu.co::b395fc9c-f80b-4d41-b338-220f210af933" providerId="AD" clId="Web-{4F181F11-1DF5-4DF2-9904-AF074B411564}" dt="2021-05-15T18:56:46.571" v="40" actId="20577"/>
      <pc:docMkLst>
        <pc:docMk/>
      </pc:docMkLst>
      <pc:sldChg chg="modSp">
        <pc:chgData name="Miguel Angel Caycedo Saa" userId="S::mcaycedo@estudiante.uniajc.edu.co::b395fc9c-f80b-4d41-b338-220f210af933" providerId="AD" clId="Web-{4F181F11-1DF5-4DF2-9904-AF074B411564}" dt="2021-05-15T18:56:46.571" v="40" actId="20577"/>
        <pc:sldMkLst>
          <pc:docMk/>
          <pc:sldMk cId="1799319920" sldId="259"/>
        </pc:sldMkLst>
        <pc:spChg chg="mod">
          <ac:chgData name="Miguel Angel Caycedo Saa" userId="S::mcaycedo@estudiante.uniajc.edu.co::b395fc9c-f80b-4d41-b338-220f210af933" providerId="AD" clId="Web-{4F181F11-1DF5-4DF2-9904-AF074B411564}" dt="2021-05-15T18:56:46.571" v="40" actId="20577"/>
          <ac:spMkLst>
            <pc:docMk/>
            <pc:sldMk cId="1799319920" sldId="259"/>
            <ac:spMk id="3" creationId="{8618FA57-0B32-4E27-9B9B-16D1254CA21D}"/>
          </ac:spMkLst>
        </pc:spChg>
      </pc:sldChg>
      <pc:sldChg chg="modSp">
        <pc:chgData name="Miguel Angel Caycedo Saa" userId="S::mcaycedo@estudiante.uniajc.edu.co::b395fc9c-f80b-4d41-b338-220f210af933" providerId="AD" clId="Web-{4F181F11-1DF5-4DF2-9904-AF074B411564}" dt="2021-05-15T18:39:22.840" v="34" actId="1076"/>
        <pc:sldMkLst>
          <pc:docMk/>
          <pc:sldMk cId="3540441120" sldId="307"/>
        </pc:sldMkLst>
        <pc:picChg chg="mod">
          <ac:chgData name="Miguel Angel Caycedo Saa" userId="S::mcaycedo@estudiante.uniajc.edu.co::b395fc9c-f80b-4d41-b338-220f210af933" providerId="AD" clId="Web-{4F181F11-1DF5-4DF2-9904-AF074B411564}" dt="2021-05-15T18:39:22.840" v="34" actId="1076"/>
          <ac:picMkLst>
            <pc:docMk/>
            <pc:sldMk cId="3540441120" sldId="307"/>
            <ac:picMk id="5" creationId="{C618AF80-3942-4021-84DC-FB1DC6FECA8B}"/>
          </ac:picMkLst>
        </pc:picChg>
      </pc:sldChg>
      <pc:sldChg chg="addSp delSp modSp add replId">
        <pc:chgData name="Miguel Angel Caycedo Saa" userId="S::mcaycedo@estudiante.uniajc.edu.co::b395fc9c-f80b-4d41-b338-220f210af933" providerId="AD" clId="Web-{4F181F11-1DF5-4DF2-9904-AF074B411564}" dt="2021-05-15T18:36:26.352" v="33" actId="20577"/>
        <pc:sldMkLst>
          <pc:docMk/>
          <pc:sldMk cId="2769505152" sldId="318"/>
        </pc:sldMkLst>
        <pc:spChg chg="mod">
          <ac:chgData name="Miguel Angel Caycedo Saa" userId="S::mcaycedo@estudiante.uniajc.edu.co::b395fc9c-f80b-4d41-b338-220f210af933" providerId="AD" clId="Web-{4F181F11-1DF5-4DF2-9904-AF074B411564}" dt="2021-05-15T18:34:56.224" v="15" actId="20577"/>
          <ac:spMkLst>
            <pc:docMk/>
            <pc:sldMk cId="2769505152" sldId="318"/>
            <ac:spMk id="2" creationId="{5FD73400-6636-364B-A340-93D5D069218C}"/>
          </ac:spMkLst>
        </pc:spChg>
        <pc:spChg chg="add mod">
          <ac:chgData name="Miguel Angel Caycedo Saa" userId="S::mcaycedo@estudiante.uniajc.edu.co::b395fc9c-f80b-4d41-b338-220f210af933" providerId="AD" clId="Web-{4F181F11-1DF5-4DF2-9904-AF074B411564}" dt="2021-05-15T18:35:44.038" v="21" actId="1076"/>
          <ac:spMkLst>
            <pc:docMk/>
            <pc:sldMk cId="2769505152" sldId="318"/>
            <ac:spMk id="4" creationId="{010EEBAB-61D0-48D5-85A0-8FDEEFD3AC7A}"/>
          </ac:spMkLst>
        </pc:spChg>
        <pc:spChg chg="add mod">
          <ac:chgData name="Miguel Angel Caycedo Saa" userId="S::mcaycedo@estudiante.uniajc.edu.co::b395fc9c-f80b-4d41-b338-220f210af933" providerId="AD" clId="Web-{4F181F11-1DF5-4DF2-9904-AF074B411564}" dt="2021-05-15T18:36:26.352" v="33" actId="20577"/>
          <ac:spMkLst>
            <pc:docMk/>
            <pc:sldMk cId="2769505152" sldId="318"/>
            <ac:spMk id="5" creationId="{D9F5211B-179D-4C68-B5B0-FA313D78248F}"/>
          </ac:spMkLst>
        </pc:spChg>
        <pc:graphicFrameChg chg="del">
          <ac:chgData name="Miguel Angel Caycedo Saa" userId="S::mcaycedo@estudiante.uniajc.edu.co::b395fc9c-f80b-4d41-b338-220f210af933" providerId="AD" clId="Web-{4F181F11-1DF5-4DF2-9904-AF074B411564}" dt="2021-05-15T18:34:43.474" v="1"/>
          <ac:graphicFrameMkLst>
            <pc:docMk/>
            <pc:sldMk cId="2769505152" sldId="318"/>
            <ac:graphicFrameMk id="3" creationId="{28A63911-B2A5-4616-B928-6137B78DC2D7}"/>
          </ac:graphicFrameMkLst>
        </pc:graphicFrameChg>
        <pc:picChg chg="del">
          <ac:chgData name="Miguel Angel Caycedo Saa" userId="S::mcaycedo@estudiante.uniajc.edu.co::b395fc9c-f80b-4d41-b338-220f210af933" providerId="AD" clId="Web-{4F181F11-1DF5-4DF2-9904-AF074B411564}" dt="2021-05-15T18:34:44.646" v="2"/>
          <ac:picMkLst>
            <pc:docMk/>
            <pc:sldMk cId="2769505152" sldId="318"/>
            <ac:picMk id="4098" creationId="{46228BFE-C0A4-408C-BC01-41D14C928850}"/>
          </ac:picMkLst>
        </pc:picChg>
      </pc:sldChg>
    </pc:docChg>
  </pc:docChgLst>
  <pc:docChgLst>
    <pc:chgData name="JARAMILLO MORENO ANDRES FELIPE" userId="S::andresfjaramillo@estudiante.uniajc.edu.co::17605a83-e1ce-4a7d-9b6b-1b85ae0f4f97" providerId="AD" clId="Web-{FA1EC6D0-C81F-4571-96FC-5037F084E114}"/>
    <pc:docChg chg="modSld">
      <pc:chgData name="JARAMILLO MORENO ANDRES FELIPE" userId="S::andresfjaramillo@estudiante.uniajc.edu.co::17605a83-e1ce-4a7d-9b6b-1b85ae0f4f97" providerId="AD" clId="Web-{FA1EC6D0-C81F-4571-96FC-5037F084E114}" dt="2021-06-19T00:21:28.153" v="12"/>
      <pc:docMkLst>
        <pc:docMk/>
      </pc:docMkLst>
      <pc:sldChg chg="modSp">
        <pc:chgData name="JARAMILLO MORENO ANDRES FELIPE" userId="S::andresfjaramillo@estudiante.uniajc.edu.co::17605a83-e1ce-4a7d-9b6b-1b85ae0f4f97" providerId="AD" clId="Web-{FA1EC6D0-C81F-4571-96FC-5037F084E114}" dt="2021-06-19T00:21:28.153" v="12"/>
        <pc:sldMkLst>
          <pc:docMk/>
          <pc:sldMk cId="2857981807" sldId="310"/>
        </pc:sldMkLst>
        <pc:graphicFrameChg chg="mod modGraphic">
          <ac:chgData name="JARAMILLO MORENO ANDRES FELIPE" userId="S::andresfjaramillo@estudiante.uniajc.edu.co::17605a83-e1ce-4a7d-9b6b-1b85ae0f4f97" providerId="AD" clId="Web-{FA1EC6D0-C81F-4571-96FC-5037F084E114}" dt="2021-06-19T00:21:28.153" v="12"/>
          <ac:graphicFrameMkLst>
            <pc:docMk/>
            <pc:sldMk cId="2857981807" sldId="310"/>
            <ac:graphicFrameMk id="3" creationId="{F535A7E9-4666-4B92-ABE1-73756BC1A8EB}"/>
          </ac:graphicFrameMkLst>
        </pc:graphicFrameChg>
        <pc:picChg chg="mod">
          <ac:chgData name="JARAMILLO MORENO ANDRES FELIPE" userId="S::andresfjaramillo@estudiante.uniajc.edu.co::17605a83-e1ce-4a7d-9b6b-1b85ae0f4f97" providerId="AD" clId="Web-{FA1EC6D0-C81F-4571-96FC-5037F084E114}" dt="2021-06-19T00:16:55.129" v="1" actId="1076"/>
          <ac:picMkLst>
            <pc:docMk/>
            <pc:sldMk cId="2857981807" sldId="310"/>
            <ac:picMk id="2" creationId="{EB0C57E1-6913-46C2-84BA-A92DE23DD6DE}"/>
          </ac:picMkLst>
        </pc:picChg>
        <pc:picChg chg="mod">
          <ac:chgData name="JARAMILLO MORENO ANDRES FELIPE" userId="S::andresfjaramillo@estudiante.uniajc.edu.co::17605a83-e1ce-4a7d-9b6b-1b85ae0f4f97" providerId="AD" clId="Web-{FA1EC6D0-C81F-4571-96FC-5037F084E114}" dt="2021-06-19T00:21:00.481" v="6" actId="1076"/>
          <ac:picMkLst>
            <pc:docMk/>
            <pc:sldMk cId="2857981807" sldId="310"/>
            <ac:picMk id="10" creationId="{9D7232DB-AF6A-43EF-9FBC-50C125A08ED0}"/>
          </ac:picMkLst>
        </pc:picChg>
      </pc:sldChg>
      <pc:sldChg chg="delSp">
        <pc:chgData name="JARAMILLO MORENO ANDRES FELIPE" userId="S::andresfjaramillo@estudiante.uniajc.edu.co::17605a83-e1ce-4a7d-9b6b-1b85ae0f4f97" providerId="AD" clId="Web-{FA1EC6D0-C81F-4571-96FC-5037F084E114}" dt="2021-06-19T00:12:34.371" v="0"/>
        <pc:sldMkLst>
          <pc:docMk/>
          <pc:sldMk cId="2390714503" sldId="322"/>
        </pc:sldMkLst>
        <pc:spChg chg="del">
          <ac:chgData name="JARAMILLO MORENO ANDRES FELIPE" userId="S::andresfjaramillo@estudiante.uniajc.edu.co::17605a83-e1ce-4a7d-9b6b-1b85ae0f4f97" providerId="AD" clId="Web-{FA1EC6D0-C81F-4571-96FC-5037F084E114}" dt="2021-06-19T00:12:34.371" v="0"/>
          <ac:spMkLst>
            <pc:docMk/>
            <pc:sldMk cId="2390714503" sldId="322"/>
            <ac:spMk id="3" creationId="{B77C2625-7865-4E3C-B458-87362300F8DE}"/>
          </ac:spMkLst>
        </pc:spChg>
      </pc:sldChg>
    </pc:docChg>
  </pc:docChgLst>
  <pc:docChgLst>
    <pc:chgData name="JARAMILLO MORENO ANDRES FELIPE" userId="S::andresfjaramillo@estudiante.uniajc.edu.co::17605a83-e1ce-4a7d-9b6b-1b85ae0f4f97" providerId="AD" clId="Web-{E64593EB-80A4-49A1-A3D0-C9FA24A34879}"/>
    <pc:docChg chg="modSld">
      <pc:chgData name="JARAMILLO MORENO ANDRES FELIPE" userId="S::andresfjaramillo@estudiante.uniajc.edu.co::17605a83-e1ce-4a7d-9b6b-1b85ae0f4f97" providerId="AD" clId="Web-{E64593EB-80A4-49A1-A3D0-C9FA24A34879}" dt="2021-06-18T21:51:29.819" v="186" actId="20577"/>
      <pc:docMkLst>
        <pc:docMk/>
      </pc:docMkLst>
      <pc:sldChg chg="addSp delSp modSp">
        <pc:chgData name="JARAMILLO MORENO ANDRES FELIPE" userId="S::andresfjaramillo@estudiante.uniajc.edu.co::17605a83-e1ce-4a7d-9b6b-1b85ae0f4f97" providerId="AD" clId="Web-{E64593EB-80A4-49A1-A3D0-C9FA24A34879}" dt="2021-06-18T21:51:29.819" v="186" actId="20577"/>
        <pc:sldMkLst>
          <pc:docMk/>
          <pc:sldMk cId="3540441120" sldId="307"/>
        </pc:sldMkLst>
        <pc:spChg chg="add mod">
          <ac:chgData name="JARAMILLO MORENO ANDRES FELIPE" userId="S::andresfjaramillo@estudiante.uniajc.edu.co::17605a83-e1ce-4a7d-9b6b-1b85ae0f4f97" providerId="AD" clId="Web-{E64593EB-80A4-49A1-A3D0-C9FA24A34879}" dt="2021-06-18T21:51:29.819" v="186" actId="20577"/>
          <ac:spMkLst>
            <pc:docMk/>
            <pc:sldMk cId="3540441120" sldId="307"/>
            <ac:spMk id="4" creationId="{5350A709-F83C-44F0-AE26-208E4808631A}"/>
          </ac:spMkLst>
        </pc:spChg>
        <pc:graphicFrameChg chg="del modGraphic">
          <ac:chgData name="JARAMILLO MORENO ANDRES FELIPE" userId="S::andresfjaramillo@estudiante.uniajc.edu.co::17605a83-e1ce-4a7d-9b6b-1b85ae0f4f97" providerId="AD" clId="Web-{E64593EB-80A4-49A1-A3D0-C9FA24A34879}" dt="2021-06-18T21:48:43.737" v="7"/>
          <ac:graphicFrameMkLst>
            <pc:docMk/>
            <pc:sldMk cId="3540441120" sldId="307"/>
            <ac:graphicFrameMk id="3" creationId="{00257EAD-CB34-4049-8E16-BA281121F814}"/>
          </ac:graphicFrameMkLst>
        </pc:graphicFrameChg>
      </pc:sldChg>
    </pc:docChg>
  </pc:docChgLst>
  <pc:docChgLst>
    <pc:chgData name="Miguel Angel Caycedo Saa" userId="S::mcaycedo@estudiante.uniajc.edu.co::b395fc9c-f80b-4d41-b338-220f210af933" providerId="AD" clId="Web-{F91FA364-4244-4053-BF6E-B49EB374BCB4}"/>
    <pc:docChg chg="modSld">
      <pc:chgData name="Miguel Angel Caycedo Saa" userId="S::mcaycedo@estudiante.uniajc.edu.co::b395fc9c-f80b-4d41-b338-220f210af933" providerId="AD" clId="Web-{F91FA364-4244-4053-BF6E-B49EB374BCB4}" dt="2021-05-15T00:55:19.740" v="37" actId="20577"/>
      <pc:docMkLst>
        <pc:docMk/>
      </pc:docMkLst>
      <pc:sldChg chg="modSp">
        <pc:chgData name="Miguel Angel Caycedo Saa" userId="S::mcaycedo@estudiante.uniajc.edu.co::b395fc9c-f80b-4d41-b338-220f210af933" providerId="AD" clId="Web-{F91FA364-4244-4053-BF6E-B49EB374BCB4}" dt="2021-05-15T00:55:19.740" v="37" actId="20577"/>
        <pc:sldMkLst>
          <pc:docMk/>
          <pc:sldMk cId="1799319920" sldId="259"/>
        </pc:sldMkLst>
        <pc:spChg chg="mod">
          <ac:chgData name="Miguel Angel Caycedo Saa" userId="S::mcaycedo@estudiante.uniajc.edu.co::b395fc9c-f80b-4d41-b338-220f210af933" providerId="AD" clId="Web-{F91FA364-4244-4053-BF6E-B49EB374BCB4}" dt="2021-05-15T00:55:19.740" v="37" actId="20577"/>
          <ac:spMkLst>
            <pc:docMk/>
            <pc:sldMk cId="1799319920" sldId="259"/>
            <ac:spMk id="3" creationId="{8618FA57-0B32-4E27-9B9B-16D1254CA21D}"/>
          </ac:spMkLst>
        </pc:spChg>
      </pc:sldChg>
    </pc:docChg>
  </pc:docChgLst>
  <pc:docChgLst>
    <pc:chgData name="Miguel Angel Caycedo Saa" userId="b395fc9c-f80b-4d41-b338-220f210af933" providerId="ADAL" clId="{BA2CCD66-C8EA-4DBC-A24B-400C123F32BF}"/>
    <pc:docChg chg="undo custSel addSld delSld modSld sldOrd modSection">
      <pc:chgData name="Miguel Angel Caycedo Saa" userId="b395fc9c-f80b-4d41-b338-220f210af933" providerId="ADAL" clId="{BA2CCD66-C8EA-4DBC-A24B-400C123F32BF}" dt="2021-06-20T17:41:42.700" v="1202" actId="313"/>
      <pc:docMkLst>
        <pc:docMk/>
      </pc:docMkLst>
      <pc:sldChg chg="modSp mod">
        <pc:chgData name="Miguel Angel Caycedo Saa" userId="b395fc9c-f80b-4d41-b338-220f210af933" providerId="ADAL" clId="{BA2CCD66-C8EA-4DBC-A24B-400C123F32BF}" dt="2021-06-08T20:56:29.378" v="25" actId="20577"/>
        <pc:sldMkLst>
          <pc:docMk/>
          <pc:sldMk cId="1799319920" sldId="259"/>
        </pc:sldMkLst>
        <pc:spChg chg="mod">
          <ac:chgData name="Miguel Angel Caycedo Saa" userId="b395fc9c-f80b-4d41-b338-220f210af933" providerId="ADAL" clId="{BA2CCD66-C8EA-4DBC-A24B-400C123F32BF}" dt="2021-06-08T20:56:29.378" v="25" actId="20577"/>
          <ac:spMkLst>
            <pc:docMk/>
            <pc:sldMk cId="1799319920" sldId="259"/>
            <ac:spMk id="3" creationId="{8618FA57-0B32-4E27-9B9B-16D1254CA21D}"/>
          </ac:spMkLst>
        </pc:spChg>
      </pc:sldChg>
      <pc:sldChg chg="modSp mod">
        <pc:chgData name="Miguel Angel Caycedo Saa" userId="b395fc9c-f80b-4d41-b338-220f210af933" providerId="ADAL" clId="{BA2CCD66-C8EA-4DBC-A24B-400C123F32BF}" dt="2021-06-19T15:41:39.146" v="1183" actId="20577"/>
        <pc:sldMkLst>
          <pc:docMk/>
          <pc:sldMk cId="1824463352" sldId="266"/>
        </pc:sldMkLst>
        <pc:spChg chg="mod">
          <ac:chgData name="Miguel Angel Caycedo Saa" userId="b395fc9c-f80b-4d41-b338-220f210af933" providerId="ADAL" clId="{BA2CCD66-C8EA-4DBC-A24B-400C123F32BF}" dt="2021-06-19T15:41:39.146" v="1183" actId="20577"/>
          <ac:spMkLst>
            <pc:docMk/>
            <pc:sldMk cId="1824463352" sldId="266"/>
            <ac:spMk id="5" creationId="{F2990B15-9796-4126-B9F2-D7D313C8F12B}"/>
          </ac:spMkLst>
        </pc:spChg>
      </pc:sldChg>
      <pc:sldChg chg="modSp mod">
        <pc:chgData name="Miguel Angel Caycedo Saa" userId="b395fc9c-f80b-4d41-b338-220f210af933" providerId="ADAL" clId="{BA2CCD66-C8EA-4DBC-A24B-400C123F32BF}" dt="2021-06-19T00:40:01.884" v="1091" actId="14100"/>
        <pc:sldMkLst>
          <pc:docMk/>
          <pc:sldMk cId="2413048827" sldId="299"/>
        </pc:sldMkLst>
        <pc:spChg chg="mod">
          <ac:chgData name="Miguel Angel Caycedo Saa" userId="b395fc9c-f80b-4d41-b338-220f210af933" providerId="ADAL" clId="{BA2CCD66-C8EA-4DBC-A24B-400C123F32BF}" dt="2021-06-19T00:40:01.884" v="1091" actId="14100"/>
          <ac:spMkLst>
            <pc:docMk/>
            <pc:sldMk cId="2413048827" sldId="299"/>
            <ac:spMk id="6" creationId="{75EB003F-826A-49C9-9A73-B7E9187DB200}"/>
          </ac:spMkLst>
        </pc:spChg>
        <pc:graphicFrameChg chg="modGraphic">
          <ac:chgData name="Miguel Angel Caycedo Saa" userId="b395fc9c-f80b-4d41-b338-220f210af933" providerId="ADAL" clId="{BA2CCD66-C8EA-4DBC-A24B-400C123F32BF}" dt="2021-06-19T00:09:53.114" v="422" actId="14734"/>
          <ac:graphicFrameMkLst>
            <pc:docMk/>
            <pc:sldMk cId="2413048827" sldId="299"/>
            <ac:graphicFrameMk id="3" creationId="{28A63911-B2A5-4616-B928-6137B78DC2D7}"/>
          </ac:graphicFrameMkLst>
        </pc:graphicFrameChg>
      </pc:sldChg>
      <pc:sldChg chg="modSp mod ord">
        <pc:chgData name="Miguel Angel Caycedo Saa" userId="b395fc9c-f80b-4d41-b338-220f210af933" providerId="ADAL" clId="{BA2CCD66-C8EA-4DBC-A24B-400C123F32BF}" dt="2021-06-19T15:54:08.509" v="1196" actId="1035"/>
        <pc:sldMkLst>
          <pc:docMk/>
          <pc:sldMk cId="3540441120" sldId="307"/>
        </pc:sldMkLst>
        <pc:spChg chg="mod">
          <ac:chgData name="Miguel Angel Caycedo Saa" userId="b395fc9c-f80b-4d41-b338-220f210af933" providerId="ADAL" clId="{BA2CCD66-C8EA-4DBC-A24B-400C123F32BF}" dt="2021-06-19T15:54:08.509" v="1196" actId="1035"/>
          <ac:spMkLst>
            <pc:docMk/>
            <pc:sldMk cId="3540441120" sldId="307"/>
            <ac:spMk id="4" creationId="{5350A709-F83C-44F0-AE26-208E4808631A}"/>
          </ac:spMkLst>
        </pc:spChg>
      </pc:sldChg>
      <pc:sldChg chg="addSp delSp modSp mod ord">
        <pc:chgData name="Miguel Angel Caycedo Saa" userId="b395fc9c-f80b-4d41-b338-220f210af933" providerId="ADAL" clId="{BA2CCD66-C8EA-4DBC-A24B-400C123F32BF}" dt="2021-06-19T00:42:58.490" v="1149" actId="122"/>
        <pc:sldMkLst>
          <pc:docMk/>
          <pc:sldMk cId="2857981807" sldId="310"/>
        </pc:sldMkLst>
        <pc:spChg chg="del mod">
          <ac:chgData name="Miguel Angel Caycedo Saa" userId="b395fc9c-f80b-4d41-b338-220f210af933" providerId="ADAL" clId="{BA2CCD66-C8EA-4DBC-A24B-400C123F32BF}" dt="2021-06-19T00:26:54.387" v="764" actId="478"/>
          <ac:spMkLst>
            <pc:docMk/>
            <pc:sldMk cId="2857981807" sldId="310"/>
            <ac:spMk id="4" creationId="{BBFA6B20-6CC7-4530-A1DE-36B715B6A9B8}"/>
          </ac:spMkLst>
        </pc:spChg>
        <pc:spChg chg="mod">
          <ac:chgData name="Miguel Angel Caycedo Saa" userId="b395fc9c-f80b-4d41-b338-220f210af933" providerId="ADAL" clId="{BA2CCD66-C8EA-4DBC-A24B-400C123F32BF}" dt="2021-06-19T00:35:03.384" v="1024" actId="20577"/>
          <ac:spMkLst>
            <pc:docMk/>
            <pc:sldMk cId="2857981807" sldId="310"/>
            <ac:spMk id="7" creationId="{BAA8541D-4C18-43C3-920C-D31CA0D65A1D}"/>
          </ac:spMkLst>
        </pc:spChg>
        <pc:graphicFrameChg chg="mod modGraphic">
          <ac:chgData name="Miguel Angel Caycedo Saa" userId="b395fc9c-f80b-4d41-b338-220f210af933" providerId="ADAL" clId="{BA2CCD66-C8EA-4DBC-A24B-400C123F32BF}" dt="2021-06-19T00:42:58.490" v="1149" actId="122"/>
          <ac:graphicFrameMkLst>
            <pc:docMk/>
            <pc:sldMk cId="2857981807" sldId="310"/>
            <ac:graphicFrameMk id="3" creationId="{F535A7E9-4666-4B92-ABE1-73756BC1A8EB}"/>
          </ac:graphicFrameMkLst>
        </pc:graphicFrameChg>
        <pc:picChg chg="add del mod">
          <ac:chgData name="Miguel Angel Caycedo Saa" userId="b395fc9c-f80b-4d41-b338-220f210af933" providerId="ADAL" clId="{BA2CCD66-C8EA-4DBC-A24B-400C123F32BF}" dt="2021-06-19T00:22:38.150" v="550" actId="21"/>
          <ac:picMkLst>
            <pc:docMk/>
            <pc:sldMk cId="2857981807" sldId="310"/>
            <ac:picMk id="2" creationId="{EB0C57E1-6913-46C2-84BA-A92DE23DD6DE}"/>
          </ac:picMkLst>
        </pc:picChg>
        <pc:picChg chg="add del mod">
          <ac:chgData name="Miguel Angel Caycedo Saa" userId="b395fc9c-f80b-4d41-b338-220f210af933" providerId="ADAL" clId="{BA2CCD66-C8EA-4DBC-A24B-400C123F32BF}" dt="2021-06-19T00:21:17.794" v="542" actId="21"/>
          <ac:picMkLst>
            <pc:docMk/>
            <pc:sldMk cId="2857981807" sldId="310"/>
            <ac:picMk id="5" creationId="{4ECDDD48-3BB4-43F4-A576-C7426102510E}"/>
          </ac:picMkLst>
        </pc:picChg>
        <pc:picChg chg="add del mod">
          <ac:chgData name="Miguel Angel Caycedo Saa" userId="b395fc9c-f80b-4d41-b338-220f210af933" providerId="ADAL" clId="{BA2CCD66-C8EA-4DBC-A24B-400C123F32BF}" dt="2021-06-19T00:21:30.564" v="544" actId="21"/>
          <ac:picMkLst>
            <pc:docMk/>
            <pc:sldMk cId="2857981807" sldId="310"/>
            <ac:picMk id="6" creationId="{420CD31B-4C04-4959-8C7F-0366B5FC9779}"/>
          </ac:picMkLst>
        </pc:picChg>
        <pc:picChg chg="add mod">
          <ac:chgData name="Miguel Angel Caycedo Saa" userId="b395fc9c-f80b-4d41-b338-220f210af933" providerId="ADAL" clId="{BA2CCD66-C8EA-4DBC-A24B-400C123F32BF}" dt="2021-06-19T00:35:53.205" v="1050" actId="1035"/>
          <ac:picMkLst>
            <pc:docMk/>
            <pc:sldMk cId="2857981807" sldId="310"/>
            <ac:picMk id="8" creationId="{F053179B-4EDD-4D18-A216-0E24C9D6F5C9}"/>
          </ac:picMkLst>
        </pc:picChg>
        <pc:picChg chg="add mod">
          <ac:chgData name="Miguel Angel Caycedo Saa" userId="b395fc9c-f80b-4d41-b338-220f210af933" providerId="ADAL" clId="{BA2CCD66-C8EA-4DBC-A24B-400C123F32BF}" dt="2021-06-19T00:35:53.205" v="1050" actId="1035"/>
          <ac:picMkLst>
            <pc:docMk/>
            <pc:sldMk cId="2857981807" sldId="310"/>
            <ac:picMk id="9" creationId="{6A298BD4-9511-42A7-B92C-C51D8BC68B90}"/>
          </ac:picMkLst>
        </pc:picChg>
        <pc:picChg chg="add mod">
          <ac:chgData name="Miguel Angel Caycedo Saa" userId="b395fc9c-f80b-4d41-b338-220f210af933" providerId="ADAL" clId="{BA2CCD66-C8EA-4DBC-A24B-400C123F32BF}" dt="2021-06-19T00:35:53.205" v="1050" actId="1035"/>
          <ac:picMkLst>
            <pc:docMk/>
            <pc:sldMk cId="2857981807" sldId="310"/>
            <ac:picMk id="10" creationId="{9D7232DB-AF6A-43EF-9FBC-50C125A08ED0}"/>
          </ac:picMkLst>
        </pc:picChg>
        <pc:picChg chg="add mod">
          <ac:chgData name="Miguel Angel Caycedo Saa" userId="b395fc9c-f80b-4d41-b338-220f210af933" providerId="ADAL" clId="{BA2CCD66-C8EA-4DBC-A24B-400C123F32BF}" dt="2021-06-19T00:35:53.205" v="1050" actId="1035"/>
          <ac:picMkLst>
            <pc:docMk/>
            <pc:sldMk cId="2857981807" sldId="310"/>
            <ac:picMk id="11" creationId="{292ACDE7-3BC0-4FAE-B130-EECE9B39355E}"/>
          </ac:picMkLst>
        </pc:picChg>
        <pc:picChg chg="add del mod">
          <ac:chgData name="Miguel Angel Caycedo Saa" userId="b395fc9c-f80b-4d41-b338-220f210af933" providerId="ADAL" clId="{BA2CCD66-C8EA-4DBC-A24B-400C123F32BF}" dt="2021-06-19T00:35:53.205" v="1050" actId="1035"/>
          <ac:picMkLst>
            <pc:docMk/>
            <pc:sldMk cId="2857981807" sldId="310"/>
            <ac:picMk id="12" creationId="{CFFE0C6F-E84C-457E-BAD1-B029FC179910}"/>
          </ac:picMkLst>
        </pc:picChg>
      </pc:sldChg>
      <pc:sldChg chg="ord">
        <pc:chgData name="Miguel Angel Caycedo Saa" userId="b395fc9c-f80b-4d41-b338-220f210af933" providerId="ADAL" clId="{BA2CCD66-C8EA-4DBC-A24B-400C123F32BF}" dt="2021-06-18T23:18:26.044" v="413"/>
        <pc:sldMkLst>
          <pc:docMk/>
          <pc:sldMk cId="2839906318" sldId="311"/>
        </pc:sldMkLst>
      </pc:sldChg>
      <pc:sldChg chg="modSp mod">
        <pc:chgData name="Miguel Angel Caycedo Saa" userId="b395fc9c-f80b-4d41-b338-220f210af933" providerId="ADAL" clId="{BA2CCD66-C8EA-4DBC-A24B-400C123F32BF}" dt="2021-06-04T19:19:39.420" v="11" actId="1076"/>
        <pc:sldMkLst>
          <pc:docMk/>
          <pc:sldMk cId="4031755485" sldId="312"/>
        </pc:sldMkLst>
        <pc:spChg chg="mod">
          <ac:chgData name="Miguel Angel Caycedo Saa" userId="b395fc9c-f80b-4d41-b338-220f210af933" providerId="ADAL" clId="{BA2CCD66-C8EA-4DBC-A24B-400C123F32BF}" dt="2021-06-04T19:19:39.420" v="11" actId="1076"/>
          <ac:spMkLst>
            <pc:docMk/>
            <pc:sldMk cId="4031755485" sldId="312"/>
            <ac:spMk id="10" creationId="{35C37139-9EEF-4FDA-8264-9E48541954FD}"/>
          </ac:spMkLst>
        </pc:spChg>
      </pc:sldChg>
      <pc:sldChg chg="modSp">
        <pc:chgData name="Miguel Angel Caycedo Saa" userId="b395fc9c-f80b-4d41-b338-220f210af933" providerId="ADAL" clId="{BA2CCD66-C8EA-4DBC-A24B-400C123F32BF}" dt="2021-06-01T02:30:01.398" v="2" actId="1035"/>
        <pc:sldMkLst>
          <pc:docMk/>
          <pc:sldMk cId="1893886293" sldId="313"/>
        </pc:sldMkLst>
        <pc:picChg chg="mod">
          <ac:chgData name="Miguel Angel Caycedo Saa" userId="b395fc9c-f80b-4d41-b338-220f210af933" providerId="ADAL" clId="{BA2CCD66-C8EA-4DBC-A24B-400C123F32BF}" dt="2021-06-01T02:30:01.398" v="2" actId="1035"/>
          <ac:picMkLst>
            <pc:docMk/>
            <pc:sldMk cId="1893886293" sldId="313"/>
            <ac:picMk id="6146" creationId="{C62BF12F-9123-474D-951A-DAB92AD8269B}"/>
          </ac:picMkLst>
        </pc:picChg>
      </pc:sldChg>
      <pc:sldChg chg="new del">
        <pc:chgData name="Miguel Angel Caycedo Saa" userId="b395fc9c-f80b-4d41-b338-220f210af933" providerId="ADAL" clId="{BA2CCD66-C8EA-4DBC-A24B-400C123F32BF}" dt="2021-06-18T22:02:34.120" v="27" actId="680"/>
        <pc:sldMkLst>
          <pc:docMk/>
          <pc:sldMk cId="1516155256" sldId="319"/>
        </pc:sldMkLst>
      </pc:sldChg>
      <pc:sldChg chg="addSp delSp modSp new del mod">
        <pc:chgData name="Miguel Angel Caycedo Saa" userId="b395fc9c-f80b-4d41-b338-220f210af933" providerId="ADAL" clId="{BA2CCD66-C8EA-4DBC-A24B-400C123F32BF}" dt="2021-06-18T23:18:07.328" v="411" actId="47"/>
        <pc:sldMkLst>
          <pc:docMk/>
          <pc:sldMk cId="2751722525" sldId="319"/>
        </pc:sldMkLst>
        <pc:spChg chg="del">
          <ac:chgData name="Miguel Angel Caycedo Saa" userId="b395fc9c-f80b-4d41-b338-220f210af933" providerId="ADAL" clId="{BA2CCD66-C8EA-4DBC-A24B-400C123F32BF}" dt="2021-06-18T22:02:47.895" v="29"/>
          <ac:spMkLst>
            <pc:docMk/>
            <pc:sldMk cId="2751722525" sldId="319"/>
            <ac:spMk id="3" creationId="{F4074B53-6084-4C31-8A9B-7A510BF51F6F}"/>
          </ac:spMkLst>
        </pc:spChg>
        <pc:spChg chg="add mod">
          <ac:chgData name="Miguel Angel Caycedo Saa" userId="b395fc9c-f80b-4d41-b338-220f210af933" providerId="ADAL" clId="{BA2CCD66-C8EA-4DBC-A24B-400C123F32BF}" dt="2021-06-18T22:05:12.589" v="38" actId="21"/>
          <ac:spMkLst>
            <pc:docMk/>
            <pc:sldMk cId="2751722525" sldId="319"/>
            <ac:spMk id="8" creationId="{73164FCF-1825-44C7-90B5-31F5327C5C9D}"/>
          </ac:spMkLst>
        </pc:spChg>
        <pc:graphicFrameChg chg="add del mod modGraphic">
          <ac:chgData name="Miguel Angel Caycedo Saa" userId="b395fc9c-f80b-4d41-b338-220f210af933" providerId="ADAL" clId="{BA2CCD66-C8EA-4DBC-A24B-400C123F32BF}" dt="2021-06-18T22:05:12.589" v="38" actId="21"/>
          <ac:graphicFrameMkLst>
            <pc:docMk/>
            <pc:sldMk cId="2751722525" sldId="319"/>
            <ac:graphicFrameMk id="5" creationId="{19C4F8EC-C6FB-4C19-8183-266B0B236EF2}"/>
          </ac:graphicFrameMkLst>
        </pc:graphicFrameChg>
        <pc:graphicFrameChg chg="add del mod modGraphic">
          <ac:chgData name="Miguel Angel Caycedo Saa" userId="b395fc9c-f80b-4d41-b338-220f210af933" providerId="ADAL" clId="{BA2CCD66-C8EA-4DBC-A24B-400C123F32BF}" dt="2021-06-18T22:04:52.274" v="37" actId="478"/>
          <ac:graphicFrameMkLst>
            <pc:docMk/>
            <pc:sldMk cId="2751722525" sldId="319"/>
            <ac:graphicFrameMk id="6" creationId="{75916A87-6DC4-4EB2-9607-B751CC41D37C}"/>
          </ac:graphicFrameMkLst>
        </pc:graphicFrameChg>
      </pc:sldChg>
      <pc:sldChg chg="addSp delSp modSp new mod">
        <pc:chgData name="Miguel Angel Caycedo Saa" userId="b395fc9c-f80b-4d41-b338-220f210af933" providerId="ADAL" clId="{BA2CCD66-C8EA-4DBC-A24B-400C123F32BF}" dt="2021-06-20T17:41:42.700" v="1202" actId="313"/>
        <pc:sldMkLst>
          <pc:docMk/>
          <pc:sldMk cId="1579173823" sldId="320"/>
        </pc:sldMkLst>
        <pc:spChg chg="add del">
          <ac:chgData name="Miguel Angel Caycedo Saa" userId="b395fc9c-f80b-4d41-b338-220f210af933" providerId="ADAL" clId="{BA2CCD66-C8EA-4DBC-A24B-400C123F32BF}" dt="2021-06-18T22:15:20.980" v="110" actId="478"/>
          <ac:spMkLst>
            <pc:docMk/>
            <pc:sldMk cId="1579173823" sldId="320"/>
            <ac:spMk id="2" creationId="{73A57FD7-8DD0-4D01-BD5E-8E8C709B2FCE}"/>
          </ac:spMkLst>
        </pc:spChg>
        <pc:spChg chg="add del">
          <ac:chgData name="Miguel Angel Caycedo Saa" userId="b395fc9c-f80b-4d41-b338-220f210af933" providerId="ADAL" clId="{BA2CCD66-C8EA-4DBC-A24B-400C123F32BF}" dt="2021-06-18T22:11:04.276" v="92"/>
          <ac:spMkLst>
            <pc:docMk/>
            <pc:sldMk cId="1579173823" sldId="320"/>
            <ac:spMk id="3" creationId="{86755E76-5EF5-456C-A41E-8BBC1614B0B3}"/>
          </ac:spMkLst>
        </pc:spChg>
        <pc:spChg chg="add del mod">
          <ac:chgData name="Miguel Angel Caycedo Saa" userId="b395fc9c-f80b-4d41-b338-220f210af933" providerId="ADAL" clId="{BA2CCD66-C8EA-4DBC-A24B-400C123F32BF}" dt="2021-06-18T22:24:53.419" v="146"/>
          <ac:spMkLst>
            <pc:docMk/>
            <pc:sldMk cId="1579173823" sldId="320"/>
            <ac:spMk id="4" creationId="{D76760A7-880B-4B74-8351-417813AF2CCC}"/>
          </ac:spMkLst>
        </pc:spChg>
        <pc:spChg chg="add mod">
          <ac:chgData name="Miguel Angel Caycedo Saa" userId="b395fc9c-f80b-4d41-b338-220f210af933" providerId="ADAL" clId="{BA2CCD66-C8EA-4DBC-A24B-400C123F32BF}" dt="2021-06-18T23:16:35.691" v="369" actId="20577"/>
          <ac:spMkLst>
            <pc:docMk/>
            <pc:sldMk cId="1579173823" sldId="320"/>
            <ac:spMk id="8" creationId="{6CC60376-43EE-4A7A-A3A8-2535C2BF4ED8}"/>
          </ac:spMkLst>
        </pc:spChg>
        <pc:graphicFrameChg chg="add del mod">
          <ac:chgData name="Miguel Angel Caycedo Saa" userId="b395fc9c-f80b-4d41-b338-220f210af933" providerId="ADAL" clId="{BA2CCD66-C8EA-4DBC-A24B-400C123F32BF}" dt="2021-06-18T22:07:59.951" v="85"/>
          <ac:graphicFrameMkLst>
            <pc:docMk/>
            <pc:sldMk cId="1579173823" sldId="320"/>
            <ac:graphicFrameMk id="4" creationId="{B4585EB6-7EB7-44AC-86B7-7A3FD1C13713}"/>
          </ac:graphicFrameMkLst>
        </pc:graphicFrameChg>
        <pc:graphicFrameChg chg="add mod modGraphic">
          <ac:chgData name="Miguel Angel Caycedo Saa" userId="b395fc9c-f80b-4d41-b338-220f210af933" providerId="ADAL" clId="{BA2CCD66-C8EA-4DBC-A24B-400C123F32BF}" dt="2021-06-20T17:41:42.700" v="1202" actId="313"/>
          <ac:graphicFrameMkLst>
            <pc:docMk/>
            <pc:sldMk cId="1579173823" sldId="320"/>
            <ac:graphicFrameMk id="5" creationId="{6203E3F9-203D-4686-A8BC-153A478FA9D1}"/>
          </ac:graphicFrameMkLst>
        </pc:graphicFrameChg>
        <pc:graphicFrameChg chg="add del mod">
          <ac:chgData name="Miguel Angel Caycedo Saa" userId="b395fc9c-f80b-4d41-b338-220f210af933" providerId="ADAL" clId="{BA2CCD66-C8EA-4DBC-A24B-400C123F32BF}" dt="2021-06-18T22:08:17.678" v="87"/>
          <ac:graphicFrameMkLst>
            <pc:docMk/>
            <pc:sldMk cId="1579173823" sldId="320"/>
            <ac:graphicFrameMk id="5" creationId="{CD1F24F5-ACE9-4078-8115-EE5786CD1E51}"/>
          </ac:graphicFrameMkLst>
        </pc:graphicFrameChg>
        <pc:graphicFrameChg chg="add del mod modGraphic">
          <ac:chgData name="Miguel Angel Caycedo Saa" userId="b395fc9c-f80b-4d41-b338-220f210af933" providerId="ADAL" clId="{BA2CCD66-C8EA-4DBC-A24B-400C123F32BF}" dt="2021-06-18T22:10:19.536" v="91"/>
          <ac:graphicFrameMkLst>
            <pc:docMk/>
            <pc:sldMk cId="1579173823" sldId="320"/>
            <ac:graphicFrameMk id="6" creationId="{263254F1-2A0A-4C85-86BB-367138A0C2CD}"/>
          </ac:graphicFrameMkLst>
        </pc:graphicFrameChg>
        <pc:graphicFrameChg chg="add del mod modGraphic">
          <ac:chgData name="Miguel Angel Caycedo Saa" userId="b395fc9c-f80b-4d41-b338-220f210af933" providerId="ADAL" clId="{BA2CCD66-C8EA-4DBC-A24B-400C123F32BF}" dt="2021-06-18T22:24:08.598" v="144" actId="478"/>
          <ac:graphicFrameMkLst>
            <pc:docMk/>
            <pc:sldMk cId="1579173823" sldId="320"/>
            <ac:graphicFrameMk id="7" creationId="{3B060F3F-65AE-4FFE-8D07-8946C5C83127}"/>
          </ac:graphicFrameMkLst>
        </pc:graphicFrameChg>
      </pc:sldChg>
      <pc:sldChg chg="addSp delSp modSp new del mod">
        <pc:chgData name="Miguel Angel Caycedo Saa" userId="b395fc9c-f80b-4d41-b338-220f210af933" providerId="ADAL" clId="{BA2CCD66-C8EA-4DBC-A24B-400C123F32BF}" dt="2021-06-18T22:07:29.311" v="82" actId="2696"/>
        <pc:sldMkLst>
          <pc:docMk/>
          <pc:sldMk cId="3267699647" sldId="320"/>
        </pc:sldMkLst>
        <pc:spChg chg="del">
          <ac:chgData name="Miguel Angel Caycedo Saa" userId="b395fc9c-f80b-4d41-b338-220f210af933" providerId="ADAL" clId="{BA2CCD66-C8EA-4DBC-A24B-400C123F32BF}" dt="2021-06-18T22:05:19.982" v="40"/>
          <ac:spMkLst>
            <pc:docMk/>
            <pc:sldMk cId="3267699647" sldId="320"/>
            <ac:spMk id="3" creationId="{1E898D78-0F67-4F43-942C-D66B454910BD}"/>
          </ac:spMkLst>
        </pc:spChg>
        <pc:graphicFrameChg chg="add mod modGraphic">
          <ac:chgData name="Miguel Angel Caycedo Saa" userId="b395fc9c-f80b-4d41-b338-220f210af933" providerId="ADAL" clId="{BA2CCD66-C8EA-4DBC-A24B-400C123F32BF}" dt="2021-06-18T22:06:56.078" v="81" actId="20577"/>
          <ac:graphicFrameMkLst>
            <pc:docMk/>
            <pc:sldMk cId="3267699647" sldId="320"/>
            <ac:graphicFrameMk id="4" creationId="{931CA16A-8F0A-4BF9-95C2-B36665A15EF2}"/>
          </ac:graphicFrameMkLst>
        </pc:graphicFrameChg>
      </pc:sldChg>
      <pc:sldChg chg="addSp delSp modSp add mod">
        <pc:chgData name="Miguel Angel Caycedo Saa" userId="b395fc9c-f80b-4d41-b338-220f210af933" providerId="ADAL" clId="{BA2CCD66-C8EA-4DBC-A24B-400C123F32BF}" dt="2021-06-18T23:17:14.230" v="400"/>
        <pc:sldMkLst>
          <pc:docMk/>
          <pc:sldMk cId="1840487719" sldId="321"/>
        </pc:sldMkLst>
        <pc:spChg chg="del">
          <ac:chgData name="Miguel Angel Caycedo Saa" userId="b395fc9c-f80b-4d41-b338-220f210af933" providerId="ADAL" clId="{BA2CCD66-C8EA-4DBC-A24B-400C123F32BF}" dt="2021-06-18T23:17:13.385" v="399" actId="478"/>
          <ac:spMkLst>
            <pc:docMk/>
            <pc:sldMk cId="1840487719" sldId="321"/>
            <ac:spMk id="2" creationId="{73A57FD7-8DD0-4D01-BD5E-8E8C709B2FCE}"/>
          </ac:spMkLst>
        </pc:spChg>
        <pc:spChg chg="add mod">
          <ac:chgData name="Miguel Angel Caycedo Saa" userId="b395fc9c-f80b-4d41-b338-220f210af933" providerId="ADAL" clId="{BA2CCD66-C8EA-4DBC-A24B-400C123F32BF}" dt="2021-06-18T22:24:12.295" v="145" actId="478"/>
          <ac:spMkLst>
            <pc:docMk/>
            <pc:sldMk cId="1840487719" sldId="321"/>
            <ac:spMk id="4" creationId="{2156F833-3239-4796-B5B2-0B49FB9D000E}"/>
          </ac:spMkLst>
        </pc:spChg>
        <pc:spChg chg="add del mod">
          <ac:chgData name="Miguel Angel Caycedo Saa" userId="b395fc9c-f80b-4d41-b338-220f210af933" providerId="ADAL" clId="{BA2CCD66-C8EA-4DBC-A24B-400C123F32BF}" dt="2021-06-18T23:17:08.691" v="398" actId="478"/>
          <ac:spMkLst>
            <pc:docMk/>
            <pc:sldMk cId="1840487719" sldId="321"/>
            <ac:spMk id="8" creationId="{3759BB26-09E8-4C2B-81F7-87A1A0BACDE2}"/>
          </ac:spMkLst>
        </pc:spChg>
        <pc:spChg chg="add mod">
          <ac:chgData name="Miguel Angel Caycedo Saa" userId="b395fc9c-f80b-4d41-b338-220f210af933" providerId="ADAL" clId="{BA2CCD66-C8EA-4DBC-A24B-400C123F32BF}" dt="2021-06-18T23:17:14.230" v="400"/>
          <ac:spMkLst>
            <pc:docMk/>
            <pc:sldMk cId="1840487719" sldId="321"/>
            <ac:spMk id="9" creationId="{E994535C-5130-4049-B7AC-7DF0704A2ABE}"/>
          </ac:spMkLst>
        </pc:spChg>
        <pc:graphicFrameChg chg="add mod modGraphic">
          <ac:chgData name="Miguel Angel Caycedo Saa" userId="b395fc9c-f80b-4d41-b338-220f210af933" providerId="ADAL" clId="{BA2CCD66-C8EA-4DBC-A24B-400C123F32BF}" dt="2021-06-18T23:17:05.384" v="397" actId="1036"/>
          <ac:graphicFrameMkLst>
            <pc:docMk/>
            <pc:sldMk cId="1840487719" sldId="321"/>
            <ac:graphicFrameMk id="6" creationId="{FA410602-0244-4A7F-A692-A08AD37996F2}"/>
          </ac:graphicFrameMkLst>
        </pc:graphicFrameChg>
        <pc:graphicFrameChg chg="del mod modGraphic">
          <ac:chgData name="Miguel Angel Caycedo Saa" userId="b395fc9c-f80b-4d41-b338-220f210af933" providerId="ADAL" clId="{BA2CCD66-C8EA-4DBC-A24B-400C123F32BF}" dt="2021-06-18T22:24:12.295" v="145" actId="478"/>
          <ac:graphicFrameMkLst>
            <pc:docMk/>
            <pc:sldMk cId="1840487719" sldId="321"/>
            <ac:graphicFrameMk id="7" creationId="{3B060F3F-65AE-4FFE-8D07-8946C5C83127}"/>
          </ac:graphicFrameMkLst>
        </pc:graphicFrameChg>
      </pc:sldChg>
      <pc:sldChg chg="addSp delSp modSp new mod ord">
        <pc:chgData name="Miguel Angel Caycedo Saa" userId="b395fc9c-f80b-4d41-b338-220f210af933" providerId="ADAL" clId="{BA2CCD66-C8EA-4DBC-A24B-400C123F32BF}" dt="2021-06-18T23:17:26.231" v="404"/>
        <pc:sldMkLst>
          <pc:docMk/>
          <pc:sldMk cId="2390714503" sldId="322"/>
        </pc:sldMkLst>
        <pc:spChg chg="del">
          <ac:chgData name="Miguel Angel Caycedo Saa" userId="b395fc9c-f80b-4d41-b338-220f210af933" providerId="ADAL" clId="{BA2CCD66-C8EA-4DBC-A24B-400C123F32BF}" dt="2021-06-18T23:17:25.303" v="403" actId="478"/>
          <ac:spMkLst>
            <pc:docMk/>
            <pc:sldMk cId="2390714503" sldId="322"/>
            <ac:spMk id="2" creationId="{E5C31FBE-313B-41D8-9B7F-5E4E5BC779F3}"/>
          </ac:spMkLst>
        </pc:spChg>
        <pc:spChg chg="add mod">
          <ac:chgData name="Miguel Angel Caycedo Saa" userId="b395fc9c-f80b-4d41-b338-220f210af933" providerId="ADAL" clId="{BA2CCD66-C8EA-4DBC-A24B-400C123F32BF}" dt="2021-06-18T23:17:26.231" v="404"/>
          <ac:spMkLst>
            <pc:docMk/>
            <pc:sldMk cId="2390714503" sldId="322"/>
            <ac:spMk id="5" creationId="{D8D01887-323D-4EB8-AC66-351626C81630}"/>
          </ac:spMkLst>
        </pc:spChg>
        <pc:graphicFrameChg chg="add mod modGraphic">
          <ac:chgData name="Miguel Angel Caycedo Saa" userId="b395fc9c-f80b-4d41-b338-220f210af933" providerId="ADAL" clId="{BA2CCD66-C8EA-4DBC-A24B-400C123F32BF}" dt="2021-06-18T23:11:55.177" v="271" actId="1037"/>
          <ac:graphicFrameMkLst>
            <pc:docMk/>
            <pc:sldMk cId="2390714503" sldId="322"/>
            <ac:graphicFrameMk id="4" creationId="{9DCFBC85-33C1-4FAC-97FD-890E5A175839}"/>
          </ac:graphicFrameMkLst>
        </pc:graphicFrameChg>
      </pc:sldChg>
      <pc:sldChg chg="addSp delSp modSp add mod">
        <pc:chgData name="Miguel Angel Caycedo Saa" userId="b395fc9c-f80b-4d41-b338-220f210af933" providerId="ADAL" clId="{BA2CCD66-C8EA-4DBC-A24B-400C123F32BF}" dt="2021-06-20T01:48:15.382" v="1198" actId="1036"/>
        <pc:sldMkLst>
          <pc:docMk/>
          <pc:sldMk cId="1924699298" sldId="323"/>
        </pc:sldMkLst>
        <pc:spChg chg="del">
          <ac:chgData name="Miguel Angel Caycedo Saa" userId="b395fc9c-f80b-4d41-b338-220f210af933" providerId="ADAL" clId="{BA2CCD66-C8EA-4DBC-A24B-400C123F32BF}" dt="2021-06-18T23:17:19.973" v="401" actId="478"/>
          <ac:spMkLst>
            <pc:docMk/>
            <pc:sldMk cId="1924699298" sldId="323"/>
            <ac:spMk id="2" creationId="{E5C31FBE-313B-41D8-9B7F-5E4E5BC779F3}"/>
          </ac:spMkLst>
        </pc:spChg>
        <pc:spChg chg="add mod">
          <ac:chgData name="Miguel Angel Caycedo Saa" userId="b395fc9c-f80b-4d41-b338-220f210af933" providerId="ADAL" clId="{BA2CCD66-C8EA-4DBC-A24B-400C123F32BF}" dt="2021-06-18T23:17:20.759" v="402"/>
          <ac:spMkLst>
            <pc:docMk/>
            <pc:sldMk cId="1924699298" sldId="323"/>
            <ac:spMk id="5" creationId="{ECED9504-8B61-4FDC-B393-BA35372B67A9}"/>
          </ac:spMkLst>
        </pc:spChg>
        <pc:graphicFrameChg chg="mod modGraphic">
          <ac:chgData name="Miguel Angel Caycedo Saa" userId="b395fc9c-f80b-4d41-b338-220f210af933" providerId="ADAL" clId="{BA2CCD66-C8EA-4DBC-A24B-400C123F32BF}" dt="2021-06-20T01:48:15.382" v="1198" actId="1036"/>
          <ac:graphicFrameMkLst>
            <pc:docMk/>
            <pc:sldMk cId="1924699298" sldId="323"/>
            <ac:graphicFrameMk id="4" creationId="{9DCFBC85-33C1-4FAC-97FD-890E5A175839}"/>
          </ac:graphicFrameMkLst>
        </pc:graphicFrameChg>
      </pc:sldChg>
      <pc:sldChg chg="modSp add mod">
        <pc:chgData name="Miguel Angel Caycedo Saa" userId="b395fc9c-f80b-4d41-b338-220f210af933" providerId="ADAL" clId="{BA2CCD66-C8EA-4DBC-A24B-400C123F32BF}" dt="2021-06-19T00:45:32.419" v="1165" actId="20577"/>
        <pc:sldMkLst>
          <pc:docMk/>
          <pc:sldMk cId="1077248335" sldId="324"/>
        </pc:sldMkLst>
        <pc:spChg chg="mod">
          <ac:chgData name="Miguel Angel Caycedo Saa" userId="b395fc9c-f80b-4d41-b338-220f210af933" providerId="ADAL" clId="{BA2CCD66-C8EA-4DBC-A24B-400C123F32BF}" dt="2021-06-19T00:45:32.419" v="1165" actId="20577"/>
          <ac:spMkLst>
            <pc:docMk/>
            <pc:sldMk cId="1077248335" sldId="324"/>
            <ac:spMk id="2" creationId="{A6D11617-4B04-184E-8809-E7DE4DCBA0C0}"/>
          </ac:spMkLst>
        </pc:spChg>
      </pc:sldChg>
    </pc:docChg>
  </pc:docChgLst>
  <pc:docChgLst>
    <pc:chgData name="Miguel Angel Caycedo Saa" userId="b395fc9c-f80b-4d41-b338-220f210af933" providerId="ADAL" clId="{00E6DA47-43F2-4345-9613-45DD468B458B}"/>
    <pc:docChg chg="undo custSel addSld delSld modSld modSection">
      <pc:chgData name="Miguel Angel Caycedo Saa" userId="b395fc9c-f80b-4d41-b338-220f210af933" providerId="ADAL" clId="{00E6DA47-43F2-4345-9613-45DD468B458B}" dt="2021-05-11T02:27:13.446" v="603" actId="1035"/>
      <pc:docMkLst>
        <pc:docMk/>
      </pc:docMkLst>
      <pc:sldChg chg="addSp delSp modSp mod">
        <pc:chgData name="Miguel Angel Caycedo Saa" userId="b395fc9c-f80b-4d41-b338-220f210af933" providerId="ADAL" clId="{00E6DA47-43F2-4345-9613-45DD468B458B}" dt="2021-05-11T02:06:58.319" v="445" actId="14100"/>
        <pc:sldMkLst>
          <pc:docMk/>
          <pc:sldMk cId="1765233400" sldId="291"/>
        </pc:sldMkLst>
        <pc:spChg chg="add del mod">
          <ac:chgData name="Miguel Angel Caycedo Saa" userId="b395fc9c-f80b-4d41-b338-220f210af933" providerId="ADAL" clId="{00E6DA47-43F2-4345-9613-45DD468B458B}" dt="2021-05-11T02:05:36.757" v="407"/>
          <ac:spMkLst>
            <pc:docMk/>
            <pc:sldMk cId="1765233400" sldId="291"/>
            <ac:spMk id="4" creationId="{2166B07C-E508-44A7-936D-E91CFA6DDD08}"/>
          </ac:spMkLst>
        </pc:spChg>
        <pc:graphicFrameChg chg="del mod modGraphic">
          <ac:chgData name="Miguel Angel Caycedo Saa" userId="b395fc9c-f80b-4d41-b338-220f210af933" providerId="ADAL" clId="{00E6DA47-43F2-4345-9613-45DD468B458B}" dt="2021-05-11T02:05:30.297" v="406" actId="478"/>
          <ac:graphicFrameMkLst>
            <pc:docMk/>
            <pc:sldMk cId="1765233400" sldId="291"/>
            <ac:graphicFrameMk id="2" creationId="{35861063-34A7-4244-A53E-E8B7A377635A}"/>
          </ac:graphicFrameMkLst>
        </pc:graphicFrameChg>
        <pc:graphicFrameChg chg="add mod modGraphic">
          <ac:chgData name="Miguel Angel Caycedo Saa" userId="b395fc9c-f80b-4d41-b338-220f210af933" providerId="ADAL" clId="{00E6DA47-43F2-4345-9613-45DD468B458B}" dt="2021-05-11T02:06:58.319" v="445" actId="14100"/>
          <ac:graphicFrameMkLst>
            <pc:docMk/>
            <pc:sldMk cId="1765233400" sldId="291"/>
            <ac:graphicFrameMk id="5" creationId="{B8486E04-96C2-4AC7-AFE2-1BEF90534B95}"/>
          </ac:graphicFrameMkLst>
        </pc:graphicFrameChg>
      </pc:sldChg>
      <pc:sldChg chg="modSp">
        <pc:chgData name="Miguel Angel Caycedo Saa" userId="b395fc9c-f80b-4d41-b338-220f210af933" providerId="ADAL" clId="{00E6DA47-43F2-4345-9613-45DD468B458B}" dt="2021-05-11T02:04:54.163" v="403" actId="1036"/>
        <pc:sldMkLst>
          <pc:docMk/>
          <pc:sldMk cId="2413048827" sldId="299"/>
        </pc:sldMkLst>
        <pc:picChg chg="mod">
          <ac:chgData name="Miguel Angel Caycedo Saa" userId="b395fc9c-f80b-4d41-b338-220f210af933" providerId="ADAL" clId="{00E6DA47-43F2-4345-9613-45DD468B458B}" dt="2021-05-11T02:04:54.163" v="403" actId="1036"/>
          <ac:picMkLst>
            <pc:docMk/>
            <pc:sldMk cId="2413048827" sldId="299"/>
            <ac:picMk id="4098" creationId="{46228BFE-C0A4-408C-BC01-41D14C928850}"/>
          </ac:picMkLst>
        </pc:picChg>
      </pc:sldChg>
      <pc:sldChg chg="addSp delSp modSp mod">
        <pc:chgData name="Miguel Angel Caycedo Saa" userId="b395fc9c-f80b-4d41-b338-220f210af933" providerId="ADAL" clId="{00E6DA47-43F2-4345-9613-45DD468B458B}" dt="2021-05-11T01:37:26.903" v="99"/>
        <pc:sldMkLst>
          <pc:docMk/>
          <pc:sldMk cId="87762392" sldId="302"/>
        </pc:sldMkLst>
        <pc:graphicFrameChg chg="del mod modGraphic">
          <ac:chgData name="Miguel Angel Caycedo Saa" userId="b395fc9c-f80b-4d41-b338-220f210af933" providerId="ADAL" clId="{00E6DA47-43F2-4345-9613-45DD468B458B}" dt="2021-05-11T01:29:50.966" v="4" actId="478"/>
          <ac:graphicFrameMkLst>
            <pc:docMk/>
            <pc:sldMk cId="87762392" sldId="302"/>
            <ac:graphicFrameMk id="2" creationId="{6100E2F3-A3D5-44A2-805C-CD5C53D9860D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29:44.293" v="2"/>
          <ac:graphicFrameMkLst>
            <pc:docMk/>
            <pc:sldMk cId="87762392" sldId="302"/>
            <ac:graphicFrameMk id="3" creationId="{3D1B5D20-0E6E-4B02-B6E2-9F7450DBEFA7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2:42.179" v="22" actId="478"/>
          <ac:graphicFrameMkLst>
            <pc:docMk/>
            <pc:sldMk cId="87762392" sldId="302"/>
            <ac:graphicFrameMk id="4" creationId="{D9F24EFF-0092-4B91-A8DE-552C22509FD9}"/>
          </ac:graphicFrameMkLst>
        </pc:graphicFrameChg>
        <pc:graphicFrameChg chg="add del mod modGraphic">
          <ac:chgData name="Miguel Angel Caycedo Saa" userId="b395fc9c-f80b-4d41-b338-220f210af933" providerId="ADAL" clId="{00E6DA47-43F2-4345-9613-45DD468B458B}" dt="2021-05-11T01:32:54.178" v="26"/>
          <ac:graphicFrameMkLst>
            <pc:docMk/>
            <pc:sldMk cId="87762392" sldId="302"/>
            <ac:graphicFrameMk id="6" creationId="{D81A5250-5FAE-4D79-8845-28A48B10CDDF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3:16.618" v="32"/>
          <ac:graphicFrameMkLst>
            <pc:docMk/>
            <pc:sldMk cId="87762392" sldId="302"/>
            <ac:graphicFrameMk id="7" creationId="{FDA00502-9221-4569-93FB-1B36309D748A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4:29.247" v="68"/>
          <ac:graphicFrameMkLst>
            <pc:docMk/>
            <pc:sldMk cId="87762392" sldId="302"/>
            <ac:graphicFrameMk id="8" creationId="{DC71BBED-F466-4D18-A2AF-36EEFE6595F6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4:25.993" v="64"/>
          <ac:graphicFrameMkLst>
            <pc:docMk/>
            <pc:sldMk cId="87762392" sldId="302"/>
            <ac:graphicFrameMk id="9" creationId="{06BFF9F5-58A3-4B56-A8EA-673D1E2642C2}"/>
          </ac:graphicFrameMkLst>
        </pc:graphicFrameChg>
        <pc:graphicFrameChg chg="add mod modGraphic">
          <ac:chgData name="Miguel Angel Caycedo Saa" userId="b395fc9c-f80b-4d41-b338-220f210af933" providerId="ADAL" clId="{00E6DA47-43F2-4345-9613-45DD468B458B}" dt="2021-05-11T01:37:26.903" v="99"/>
          <ac:graphicFrameMkLst>
            <pc:docMk/>
            <pc:sldMk cId="87762392" sldId="302"/>
            <ac:graphicFrameMk id="10" creationId="{6962B232-4C65-496E-8AE4-AABDA576BAF2}"/>
          </ac:graphicFrameMkLst>
        </pc:graphicFrameChg>
      </pc:sldChg>
      <pc:sldChg chg="addSp delSp modSp mod">
        <pc:chgData name="Miguel Angel Caycedo Saa" userId="b395fc9c-f80b-4d41-b338-220f210af933" providerId="ADAL" clId="{00E6DA47-43F2-4345-9613-45DD468B458B}" dt="2021-05-11T02:11:29.508" v="564" actId="113"/>
        <pc:sldMkLst>
          <pc:docMk/>
          <pc:sldMk cId="2857981807" sldId="310"/>
        </pc:sldMkLst>
        <pc:spChg chg="add mod">
          <ac:chgData name="Miguel Angel Caycedo Saa" userId="b395fc9c-f80b-4d41-b338-220f210af933" providerId="ADAL" clId="{00E6DA47-43F2-4345-9613-45DD468B458B}" dt="2021-05-11T02:11:29.508" v="564" actId="113"/>
          <ac:spMkLst>
            <pc:docMk/>
            <pc:sldMk cId="2857981807" sldId="310"/>
            <ac:spMk id="4" creationId="{BBFA6B20-6CC7-4530-A1DE-36B715B6A9B8}"/>
          </ac:spMkLst>
        </pc:spChg>
        <pc:graphicFrameChg chg="del mod modGraphic">
          <ac:chgData name="Miguel Angel Caycedo Saa" userId="b395fc9c-f80b-4d41-b338-220f210af933" providerId="ADAL" clId="{00E6DA47-43F2-4345-9613-45DD468B458B}" dt="2021-05-11T02:08:28.107" v="450" actId="478"/>
          <ac:graphicFrameMkLst>
            <pc:docMk/>
            <pc:sldMk cId="2857981807" sldId="310"/>
            <ac:graphicFrameMk id="2" creationId="{725CFB95-85B9-40F5-9886-E9C4AB7B181D}"/>
          </ac:graphicFrameMkLst>
        </pc:graphicFrameChg>
        <pc:graphicFrameChg chg="add mod modGraphic">
          <ac:chgData name="Miguel Angel Caycedo Saa" userId="b395fc9c-f80b-4d41-b338-220f210af933" providerId="ADAL" clId="{00E6DA47-43F2-4345-9613-45DD468B458B}" dt="2021-05-11T02:10:27.937" v="468" actId="1076"/>
          <ac:graphicFrameMkLst>
            <pc:docMk/>
            <pc:sldMk cId="2857981807" sldId="310"/>
            <ac:graphicFrameMk id="3" creationId="{F535A7E9-4666-4B92-ABE1-73756BC1A8EB}"/>
          </ac:graphicFrameMkLst>
        </pc:graphicFrameChg>
      </pc:sldChg>
      <pc:sldChg chg="modSp mod">
        <pc:chgData name="Miguel Angel Caycedo Saa" userId="b395fc9c-f80b-4d41-b338-220f210af933" providerId="ADAL" clId="{00E6DA47-43F2-4345-9613-45DD468B458B}" dt="2021-05-11T02:14:06.895" v="565" actId="1036"/>
        <pc:sldMkLst>
          <pc:docMk/>
          <pc:sldMk cId="1893886293" sldId="313"/>
        </pc:sldMkLst>
        <pc:spChg chg="mod">
          <ac:chgData name="Miguel Angel Caycedo Saa" userId="b395fc9c-f80b-4d41-b338-220f210af933" providerId="ADAL" clId="{00E6DA47-43F2-4345-9613-45DD468B458B}" dt="2021-05-11T02:14:06.895" v="565" actId="1036"/>
          <ac:spMkLst>
            <pc:docMk/>
            <pc:sldMk cId="1893886293" sldId="313"/>
            <ac:spMk id="12" creationId="{A601B2E0-A2FC-4CD2-ADF9-CAF2665B5F69}"/>
          </ac:spMkLst>
        </pc:spChg>
      </pc:sldChg>
      <pc:sldChg chg="addSp delSp modSp new mod">
        <pc:chgData name="Miguel Angel Caycedo Saa" userId="b395fc9c-f80b-4d41-b338-220f210af933" providerId="ADAL" clId="{00E6DA47-43F2-4345-9613-45DD468B458B}" dt="2021-05-11T01:55:28.385" v="401" actId="1076"/>
        <pc:sldMkLst>
          <pc:docMk/>
          <pc:sldMk cId="2305730756" sldId="315"/>
        </pc:sldMkLst>
        <pc:spChg chg="mod">
          <ac:chgData name="Miguel Angel Caycedo Saa" userId="b395fc9c-f80b-4d41-b338-220f210af933" providerId="ADAL" clId="{00E6DA47-43F2-4345-9613-45DD468B458B}" dt="2021-05-11T01:30:58.827" v="20" actId="20577"/>
          <ac:spMkLst>
            <pc:docMk/>
            <pc:sldMk cId="2305730756" sldId="315"/>
            <ac:spMk id="2" creationId="{ADA7FC84-73C4-43EB-8646-295CDC2FB432}"/>
          </ac:spMkLst>
        </pc:spChg>
        <pc:spChg chg="add del">
          <ac:chgData name="Miguel Angel Caycedo Saa" userId="b395fc9c-f80b-4d41-b338-220f210af933" providerId="ADAL" clId="{00E6DA47-43F2-4345-9613-45DD468B458B}" dt="2021-05-11T01:30:52.930" v="9"/>
          <ac:spMkLst>
            <pc:docMk/>
            <pc:sldMk cId="2305730756" sldId="315"/>
            <ac:spMk id="3" creationId="{CE5BDF6E-409D-4805-9FE2-627571C5277D}"/>
          </ac:spMkLst>
        </pc:spChg>
        <pc:spChg chg="add del mod">
          <ac:chgData name="Miguel Angel Caycedo Saa" userId="b395fc9c-f80b-4d41-b338-220f210af933" providerId="ADAL" clId="{00E6DA47-43F2-4345-9613-45DD468B458B}" dt="2021-05-11T01:40:08.193" v="131"/>
          <ac:spMkLst>
            <pc:docMk/>
            <pc:sldMk cId="2305730756" sldId="315"/>
            <ac:spMk id="9" creationId="{65BD85DD-E530-40E8-BAC3-2DEB0F0428D0}"/>
          </ac:spMkLst>
        </pc:spChg>
        <pc:spChg chg="add mod">
          <ac:chgData name="Miguel Angel Caycedo Saa" userId="b395fc9c-f80b-4d41-b338-220f210af933" providerId="ADAL" clId="{00E6DA47-43F2-4345-9613-45DD468B458B}" dt="2021-05-11T01:55:22.466" v="400" actId="12"/>
          <ac:spMkLst>
            <pc:docMk/>
            <pc:sldMk cId="2305730756" sldId="315"/>
            <ac:spMk id="12" creationId="{1A52EF43-5A7D-4B24-A729-2B0C80FB3ADD}"/>
          </ac:spMkLst>
        </pc:spChg>
        <pc:graphicFrameChg chg="add del mod">
          <ac:chgData name="Miguel Angel Caycedo Saa" userId="b395fc9c-f80b-4d41-b338-220f210af933" providerId="ADAL" clId="{00E6DA47-43F2-4345-9613-45DD468B458B}" dt="2021-05-11T01:30:48.130" v="8"/>
          <ac:graphicFrameMkLst>
            <pc:docMk/>
            <pc:sldMk cId="2305730756" sldId="315"/>
            <ac:graphicFrameMk id="4" creationId="{0B16A7F8-E012-4653-81BE-32AF2EA6E9CA}"/>
          </ac:graphicFrameMkLst>
        </pc:graphicFrameChg>
        <pc:graphicFrameChg chg="add del mod modGraphic">
          <ac:chgData name="Miguel Angel Caycedo Saa" userId="b395fc9c-f80b-4d41-b338-220f210af933" providerId="ADAL" clId="{00E6DA47-43F2-4345-9613-45DD468B458B}" dt="2021-05-11T01:39:11.816" v="128" actId="478"/>
          <ac:graphicFrameMkLst>
            <pc:docMk/>
            <pc:sldMk cId="2305730756" sldId="315"/>
            <ac:graphicFrameMk id="5" creationId="{1AB70D89-2B13-4DC4-97EC-7A0B69BD78F6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8:18.232" v="113"/>
          <ac:graphicFrameMkLst>
            <pc:docMk/>
            <pc:sldMk cId="2305730756" sldId="315"/>
            <ac:graphicFrameMk id="6" creationId="{BD5F560A-6551-4636-B349-8395004432A6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39:05.954" v="125"/>
          <ac:graphicFrameMkLst>
            <pc:docMk/>
            <pc:sldMk cId="2305730756" sldId="315"/>
            <ac:graphicFrameMk id="7" creationId="{D1FB02EF-5E2F-4F13-91D9-59C17C97E0EE}"/>
          </ac:graphicFrameMkLst>
        </pc:graphicFrameChg>
        <pc:graphicFrameChg chg="add del mod">
          <ac:chgData name="Miguel Angel Caycedo Saa" userId="b395fc9c-f80b-4d41-b338-220f210af933" providerId="ADAL" clId="{00E6DA47-43F2-4345-9613-45DD468B458B}" dt="2021-05-11T01:40:04.025" v="130"/>
          <ac:graphicFrameMkLst>
            <pc:docMk/>
            <pc:sldMk cId="2305730756" sldId="315"/>
            <ac:graphicFrameMk id="10" creationId="{F4C91BAE-91A2-47DC-AE78-9EED27A20BF0}"/>
          </ac:graphicFrameMkLst>
        </pc:graphicFrameChg>
        <pc:graphicFrameChg chg="add mod modGraphic">
          <ac:chgData name="Miguel Angel Caycedo Saa" userId="b395fc9c-f80b-4d41-b338-220f210af933" providerId="ADAL" clId="{00E6DA47-43F2-4345-9613-45DD468B458B}" dt="2021-05-11T01:55:28.385" v="401" actId="1076"/>
          <ac:graphicFrameMkLst>
            <pc:docMk/>
            <pc:sldMk cId="2305730756" sldId="315"/>
            <ac:graphicFrameMk id="11" creationId="{475870A7-CA40-40BB-83E5-75DE4EBF9456}"/>
          </ac:graphicFrameMkLst>
        </pc:graphicFrameChg>
      </pc:sldChg>
      <pc:sldChg chg="add">
        <pc:chgData name="Miguel Angel Caycedo Saa" userId="b395fc9c-f80b-4d41-b338-220f210af933" providerId="ADAL" clId="{00E6DA47-43F2-4345-9613-45DD468B458B}" dt="2021-05-11T02:07:57.831" v="448" actId="2890"/>
        <pc:sldMkLst>
          <pc:docMk/>
          <pc:sldMk cId="1097285886" sldId="316"/>
        </pc:sldMkLst>
      </pc:sldChg>
      <pc:sldChg chg="new del">
        <pc:chgData name="Miguel Angel Caycedo Saa" userId="b395fc9c-f80b-4d41-b338-220f210af933" providerId="ADAL" clId="{00E6DA47-43F2-4345-9613-45DD468B458B}" dt="2021-05-11T02:07:51.665" v="447" actId="680"/>
        <pc:sldMkLst>
          <pc:docMk/>
          <pc:sldMk cId="2437973350" sldId="316"/>
        </pc:sldMkLst>
      </pc:sldChg>
      <pc:sldChg chg="addSp delSp modSp add mod">
        <pc:chgData name="Miguel Angel Caycedo Saa" userId="b395fc9c-f80b-4d41-b338-220f210af933" providerId="ADAL" clId="{00E6DA47-43F2-4345-9613-45DD468B458B}" dt="2021-05-11T02:27:13.446" v="603" actId="1035"/>
        <pc:sldMkLst>
          <pc:docMk/>
          <pc:sldMk cId="2992347133" sldId="317"/>
        </pc:sldMkLst>
        <pc:spChg chg="del">
          <ac:chgData name="Miguel Angel Caycedo Saa" userId="b395fc9c-f80b-4d41-b338-220f210af933" providerId="ADAL" clId="{00E6DA47-43F2-4345-9613-45DD468B458B}" dt="2021-05-11T02:26:38.604" v="567" actId="478"/>
          <ac:spMkLst>
            <pc:docMk/>
            <pc:sldMk cId="2992347133" sldId="317"/>
            <ac:spMk id="2" creationId="{0FD5644F-7976-4C6A-AB35-2D77E3B395E1}"/>
          </ac:spMkLst>
        </pc:spChg>
        <pc:spChg chg="add mod">
          <ac:chgData name="Miguel Angel Caycedo Saa" userId="b395fc9c-f80b-4d41-b338-220f210af933" providerId="ADAL" clId="{00E6DA47-43F2-4345-9613-45DD468B458B}" dt="2021-05-11T02:27:13.446" v="603" actId="1035"/>
          <ac:spMkLst>
            <pc:docMk/>
            <pc:sldMk cId="2992347133" sldId="317"/>
            <ac:spMk id="8" creationId="{E1C07F3C-729A-41FD-87CA-590D294A4AED}"/>
          </ac:spMkLst>
        </pc:spChg>
        <pc:spChg chg="del">
          <ac:chgData name="Miguel Angel Caycedo Saa" userId="b395fc9c-f80b-4d41-b338-220f210af933" providerId="ADAL" clId="{00E6DA47-43F2-4345-9613-45DD468B458B}" dt="2021-05-11T02:26:52.014" v="571" actId="478"/>
          <ac:spMkLst>
            <pc:docMk/>
            <pc:sldMk cId="2992347133" sldId="317"/>
            <ac:spMk id="12" creationId="{A601B2E0-A2FC-4CD2-ADF9-CAF2665B5F69}"/>
          </ac:spMkLst>
        </pc:spChg>
        <pc:spChg chg="del mod">
          <ac:chgData name="Miguel Angel Caycedo Saa" userId="b395fc9c-f80b-4d41-b338-220f210af933" providerId="ADAL" clId="{00E6DA47-43F2-4345-9613-45DD468B458B}" dt="2021-05-11T02:26:47.083" v="570" actId="478"/>
          <ac:spMkLst>
            <pc:docMk/>
            <pc:sldMk cId="2992347133" sldId="317"/>
            <ac:spMk id="16" creationId="{8CDE8CA3-9575-4350-BCBF-BC72515055D9}"/>
          </ac:spMkLst>
        </pc:spChg>
      </pc:sldChg>
    </pc:docChg>
  </pc:docChgLst>
  <pc:docChgLst>
    <pc:chgData name="Miguel Angel Caycedo Saa" userId="b395fc9c-f80b-4d41-b338-220f210af933" providerId="ADAL" clId="{FDA60211-7BAA-CA4A-B5CE-8B44CF091C97}"/>
    <pc:docChg chg="undo custSel modSld">
      <pc:chgData name="Miguel Angel Caycedo Saa" userId="b395fc9c-f80b-4d41-b338-220f210af933" providerId="ADAL" clId="{FDA60211-7BAA-CA4A-B5CE-8B44CF091C97}" dt="2021-05-31T00:26:17.264" v="3" actId="22"/>
      <pc:docMkLst>
        <pc:docMk/>
      </pc:docMkLst>
      <pc:sldChg chg="addSp delSp">
        <pc:chgData name="Miguel Angel Caycedo Saa" userId="b395fc9c-f80b-4d41-b338-220f210af933" providerId="ADAL" clId="{FDA60211-7BAA-CA4A-B5CE-8B44CF091C97}" dt="2021-05-31T00:26:17.264" v="3" actId="22"/>
        <pc:sldMkLst>
          <pc:docMk/>
          <pc:sldMk cId="4031755485" sldId="312"/>
        </pc:sldMkLst>
        <pc:spChg chg="add del">
          <ac:chgData name="Miguel Angel Caycedo Saa" userId="b395fc9c-f80b-4d41-b338-220f210af933" providerId="ADAL" clId="{FDA60211-7BAA-CA4A-B5CE-8B44CF091C97}" dt="2021-05-31T00:26:17.264" v="3" actId="22"/>
          <ac:spMkLst>
            <pc:docMk/>
            <pc:sldMk cId="4031755485" sldId="312"/>
            <ac:spMk id="12" creationId="{7538906B-5BD8-584D-B6C7-6328BC8C7A24}"/>
          </ac:spMkLst>
        </pc:spChg>
      </pc:sldChg>
    </pc:docChg>
  </pc:docChgLst>
  <pc:docChgLst>
    <pc:chgData name="JARAMILLO MORENO ANDRES FELIPE" userId="S::andresfjaramillo@estudiante.uniajc.edu.co::17605a83-e1ce-4a7d-9b6b-1b85ae0f4f97" providerId="AD" clId="Web-{F817F7FA-0C2B-44B6-9B7E-5DA72B2C0552}"/>
    <pc:docChg chg="modSld">
      <pc:chgData name="JARAMILLO MORENO ANDRES FELIPE" userId="S::andresfjaramillo@estudiante.uniajc.edu.co::17605a83-e1ce-4a7d-9b6b-1b85ae0f4f97" providerId="AD" clId="Web-{F817F7FA-0C2B-44B6-9B7E-5DA72B2C0552}" dt="2021-06-21T23:36:54.496" v="110"/>
      <pc:docMkLst>
        <pc:docMk/>
      </pc:docMkLst>
      <pc:sldChg chg="modSp">
        <pc:chgData name="JARAMILLO MORENO ANDRES FELIPE" userId="S::andresfjaramillo@estudiante.uniajc.edu.co::17605a83-e1ce-4a7d-9b6b-1b85ae0f4f97" providerId="AD" clId="Web-{F817F7FA-0C2B-44B6-9B7E-5DA72B2C0552}" dt="2021-06-21T23:36:54.496" v="110"/>
        <pc:sldMkLst>
          <pc:docMk/>
          <pc:sldMk cId="1036900969" sldId="283"/>
        </pc:sldMkLst>
        <pc:spChg chg="mod">
          <ac:chgData name="JARAMILLO MORENO ANDRES FELIPE" userId="S::andresfjaramillo@estudiante.uniajc.edu.co::17605a83-e1ce-4a7d-9b6b-1b85ae0f4f97" providerId="AD" clId="Web-{F817F7FA-0C2B-44B6-9B7E-5DA72B2C0552}" dt="2021-06-21T23:29:57.203" v="5" actId="20577"/>
          <ac:spMkLst>
            <pc:docMk/>
            <pc:sldMk cId="1036900969" sldId="283"/>
            <ac:spMk id="2" creationId="{F0211F91-AA8F-43E6-9533-C37531FC232F}"/>
          </ac:spMkLst>
        </pc:spChg>
        <pc:graphicFrameChg chg="mod modGraphic">
          <ac:chgData name="JARAMILLO MORENO ANDRES FELIPE" userId="S::andresfjaramillo@estudiante.uniajc.edu.co::17605a83-e1ce-4a7d-9b6b-1b85ae0f4f97" providerId="AD" clId="Web-{F817F7FA-0C2B-44B6-9B7E-5DA72B2C0552}" dt="2021-06-21T23:36:54.496" v="110"/>
          <ac:graphicFrameMkLst>
            <pc:docMk/>
            <pc:sldMk cId="1036900969" sldId="283"/>
            <ac:graphicFrameMk id="4" creationId="{3019EBA7-70C7-4E2E-AA1D-69CB81C787AF}"/>
          </ac:graphicFrameMkLst>
        </pc:graphicFrameChg>
      </pc:sldChg>
      <pc:sldChg chg="addSp delSp">
        <pc:chgData name="JARAMILLO MORENO ANDRES FELIPE" userId="S::andresfjaramillo@estudiante.uniajc.edu.co::17605a83-e1ce-4a7d-9b6b-1b85ae0f4f97" providerId="AD" clId="Web-{F817F7FA-0C2B-44B6-9B7E-5DA72B2C0552}" dt="2021-06-21T23:34:35.367" v="62"/>
        <pc:sldMkLst>
          <pc:docMk/>
          <pc:sldMk cId="1624556010" sldId="309"/>
        </pc:sldMkLst>
        <pc:spChg chg="add">
          <ac:chgData name="JARAMILLO MORENO ANDRES FELIPE" userId="S::andresfjaramillo@estudiante.uniajc.edu.co::17605a83-e1ce-4a7d-9b6b-1b85ae0f4f97" providerId="AD" clId="Web-{F817F7FA-0C2B-44B6-9B7E-5DA72B2C0552}" dt="2021-06-21T23:34:35.367" v="62"/>
          <ac:spMkLst>
            <pc:docMk/>
            <pc:sldMk cId="1624556010" sldId="309"/>
            <ac:spMk id="3" creationId="{153060BF-1941-492C-B97D-0AF521E06268}"/>
          </ac:spMkLst>
        </pc:spChg>
        <pc:spChg chg="del">
          <ac:chgData name="JARAMILLO MORENO ANDRES FELIPE" userId="S::andresfjaramillo@estudiante.uniajc.edu.co::17605a83-e1ce-4a7d-9b6b-1b85ae0f4f97" providerId="AD" clId="Web-{F817F7FA-0C2B-44B6-9B7E-5DA72B2C0552}" dt="2021-06-21T23:34:34.929" v="61"/>
          <ac:spMkLst>
            <pc:docMk/>
            <pc:sldMk cId="1624556010" sldId="309"/>
            <ac:spMk id="7" creationId="{BAA8541D-4C18-43C3-920C-D31CA0D65A1D}"/>
          </ac:spMkLst>
        </pc:spChg>
      </pc:sldChg>
      <pc:sldChg chg="modSp">
        <pc:chgData name="JARAMILLO MORENO ANDRES FELIPE" userId="S::andresfjaramillo@estudiante.uniajc.edu.co::17605a83-e1ce-4a7d-9b6b-1b85ae0f4f97" providerId="AD" clId="Web-{F817F7FA-0C2B-44B6-9B7E-5DA72B2C0552}" dt="2021-06-21T23:30:41.813" v="12" actId="1076"/>
        <pc:sldMkLst>
          <pc:docMk/>
          <pc:sldMk cId="2857981807" sldId="310"/>
        </pc:sldMkLst>
        <pc:spChg chg="mod">
          <ac:chgData name="JARAMILLO MORENO ANDRES FELIPE" userId="S::andresfjaramillo@estudiante.uniajc.edu.co::17605a83-e1ce-4a7d-9b6b-1b85ae0f4f97" providerId="AD" clId="Web-{F817F7FA-0C2B-44B6-9B7E-5DA72B2C0552}" dt="2021-06-21T23:30:21.266" v="6" actId="20577"/>
          <ac:spMkLst>
            <pc:docMk/>
            <pc:sldMk cId="2857981807" sldId="310"/>
            <ac:spMk id="7" creationId="{BAA8541D-4C18-43C3-920C-D31CA0D65A1D}"/>
          </ac:spMkLst>
        </pc:spChg>
        <pc:graphicFrameChg chg="mod">
          <ac:chgData name="JARAMILLO MORENO ANDRES FELIPE" userId="S::andresfjaramillo@estudiante.uniajc.edu.co::17605a83-e1ce-4a7d-9b6b-1b85ae0f4f97" providerId="AD" clId="Web-{F817F7FA-0C2B-44B6-9B7E-5DA72B2C0552}" dt="2021-06-21T23:30:29.297" v="7" actId="1076"/>
          <ac:graphicFrameMkLst>
            <pc:docMk/>
            <pc:sldMk cId="2857981807" sldId="310"/>
            <ac:graphicFrameMk id="3" creationId="{F535A7E9-4666-4B92-ABE1-73756BC1A8EB}"/>
          </ac:graphicFrameMkLst>
        </pc:graphicFrameChg>
        <pc:picChg chg="mod">
          <ac:chgData name="JARAMILLO MORENO ANDRES FELIPE" userId="S::andresfjaramillo@estudiante.uniajc.edu.co::17605a83-e1ce-4a7d-9b6b-1b85ae0f4f97" providerId="AD" clId="Web-{F817F7FA-0C2B-44B6-9B7E-5DA72B2C0552}" dt="2021-06-21T23:30:31.625" v="8" actId="1076"/>
          <ac:picMkLst>
            <pc:docMk/>
            <pc:sldMk cId="2857981807" sldId="310"/>
            <ac:picMk id="8" creationId="{F053179B-4EDD-4D18-A216-0E24C9D6F5C9}"/>
          </ac:picMkLst>
        </pc:picChg>
        <pc:picChg chg="mod">
          <ac:chgData name="JARAMILLO MORENO ANDRES FELIPE" userId="S::andresfjaramillo@estudiante.uniajc.edu.co::17605a83-e1ce-4a7d-9b6b-1b85ae0f4f97" providerId="AD" clId="Web-{F817F7FA-0C2B-44B6-9B7E-5DA72B2C0552}" dt="2021-06-21T23:30:33.219" v="9" actId="1076"/>
          <ac:picMkLst>
            <pc:docMk/>
            <pc:sldMk cId="2857981807" sldId="310"/>
            <ac:picMk id="9" creationId="{6A298BD4-9511-42A7-B92C-C51D8BC68B90}"/>
          </ac:picMkLst>
        </pc:picChg>
        <pc:picChg chg="mod">
          <ac:chgData name="JARAMILLO MORENO ANDRES FELIPE" userId="S::andresfjaramillo@estudiante.uniajc.edu.co::17605a83-e1ce-4a7d-9b6b-1b85ae0f4f97" providerId="AD" clId="Web-{F817F7FA-0C2B-44B6-9B7E-5DA72B2C0552}" dt="2021-06-21T23:30:35.219" v="10" actId="1076"/>
          <ac:picMkLst>
            <pc:docMk/>
            <pc:sldMk cId="2857981807" sldId="310"/>
            <ac:picMk id="10" creationId="{9D7232DB-AF6A-43EF-9FBC-50C125A08ED0}"/>
          </ac:picMkLst>
        </pc:picChg>
        <pc:picChg chg="mod">
          <ac:chgData name="JARAMILLO MORENO ANDRES FELIPE" userId="S::andresfjaramillo@estudiante.uniajc.edu.co::17605a83-e1ce-4a7d-9b6b-1b85ae0f4f97" providerId="AD" clId="Web-{F817F7FA-0C2B-44B6-9B7E-5DA72B2C0552}" dt="2021-06-21T23:30:39.985" v="11" actId="1076"/>
          <ac:picMkLst>
            <pc:docMk/>
            <pc:sldMk cId="2857981807" sldId="310"/>
            <ac:picMk id="11" creationId="{292ACDE7-3BC0-4FAE-B130-EECE9B39355E}"/>
          </ac:picMkLst>
        </pc:picChg>
        <pc:picChg chg="mod">
          <ac:chgData name="JARAMILLO MORENO ANDRES FELIPE" userId="S::andresfjaramillo@estudiante.uniajc.edu.co::17605a83-e1ce-4a7d-9b6b-1b85ae0f4f97" providerId="AD" clId="Web-{F817F7FA-0C2B-44B6-9B7E-5DA72B2C0552}" dt="2021-06-21T23:30:41.813" v="12" actId="1076"/>
          <ac:picMkLst>
            <pc:docMk/>
            <pc:sldMk cId="2857981807" sldId="310"/>
            <ac:picMk id="12" creationId="{CFFE0C6F-E84C-457E-BAD1-B029FC179910}"/>
          </ac:picMkLst>
        </pc:picChg>
      </pc:sldChg>
      <pc:sldChg chg="modSp">
        <pc:chgData name="JARAMILLO MORENO ANDRES FELIPE" userId="S::andresfjaramillo@estudiante.uniajc.edu.co::17605a83-e1ce-4a7d-9b6b-1b85ae0f4f97" providerId="AD" clId="Web-{F817F7FA-0C2B-44B6-9B7E-5DA72B2C0552}" dt="2021-06-21T23:34:27.335" v="60" actId="20577"/>
        <pc:sldMkLst>
          <pc:docMk/>
          <pc:sldMk cId="1097285886" sldId="316"/>
        </pc:sldMkLst>
        <pc:spChg chg="mod">
          <ac:chgData name="JARAMILLO MORENO ANDRES FELIPE" userId="S::andresfjaramillo@estudiante.uniajc.edu.co::17605a83-e1ce-4a7d-9b6b-1b85ae0f4f97" providerId="AD" clId="Web-{F817F7FA-0C2B-44B6-9B7E-5DA72B2C0552}" dt="2021-06-21T23:34:27.335" v="60" actId="20577"/>
          <ac:spMkLst>
            <pc:docMk/>
            <pc:sldMk cId="1097285886" sldId="316"/>
            <ac:spMk id="7" creationId="{BAA8541D-4C18-43C3-920C-D31CA0D65A1D}"/>
          </ac:spMkLst>
        </pc:spChg>
      </pc:sldChg>
      <pc:sldChg chg="addSp delSp modSp">
        <pc:chgData name="JARAMILLO MORENO ANDRES FELIPE" userId="S::andresfjaramillo@estudiante.uniajc.edu.co::17605a83-e1ce-4a7d-9b6b-1b85ae0f4f97" providerId="AD" clId="Web-{F817F7FA-0C2B-44B6-9B7E-5DA72B2C0552}" dt="2021-06-21T23:33:38.099" v="43" actId="1076"/>
        <pc:sldMkLst>
          <pc:docMk/>
          <pc:sldMk cId="1579173823" sldId="320"/>
        </pc:sldMkLst>
        <pc:spChg chg="add del mod">
          <ac:chgData name="JARAMILLO MORENO ANDRES FELIPE" userId="S::andresfjaramillo@estudiante.uniajc.edu.co::17605a83-e1ce-4a7d-9b6b-1b85ae0f4f97" providerId="AD" clId="Web-{F817F7FA-0C2B-44B6-9B7E-5DA72B2C0552}" dt="2021-06-21T23:33:27.130" v="30"/>
          <ac:spMkLst>
            <pc:docMk/>
            <pc:sldMk cId="1579173823" sldId="320"/>
            <ac:spMk id="2" creationId="{FC2FD344-2472-4B08-B0F5-763431C5396F}"/>
          </ac:spMkLst>
        </pc:spChg>
        <pc:spChg chg="add mod">
          <ac:chgData name="JARAMILLO MORENO ANDRES FELIPE" userId="S::andresfjaramillo@estudiante.uniajc.edu.co::17605a83-e1ce-4a7d-9b6b-1b85ae0f4f97" providerId="AD" clId="Web-{F817F7FA-0C2B-44B6-9B7E-5DA72B2C0552}" dt="2021-06-21T23:33:38.099" v="43" actId="1076"/>
          <ac:spMkLst>
            <pc:docMk/>
            <pc:sldMk cId="1579173823" sldId="320"/>
            <ac:spMk id="3" creationId="{79D89C31-9903-4DDC-8B99-9C94C071CCDE}"/>
          </ac:spMkLst>
        </pc:spChg>
        <pc:spChg chg="mod">
          <ac:chgData name="JARAMILLO MORENO ANDRES FELIPE" userId="S::andresfjaramillo@estudiante.uniajc.edu.co::17605a83-e1ce-4a7d-9b6b-1b85ae0f4f97" providerId="AD" clId="Web-{F817F7FA-0C2B-44B6-9B7E-5DA72B2C0552}" dt="2021-06-21T23:31:17.689" v="13" actId="20577"/>
          <ac:spMkLst>
            <pc:docMk/>
            <pc:sldMk cId="1579173823" sldId="320"/>
            <ac:spMk id="8" creationId="{6CC60376-43EE-4A7A-A3A8-2535C2BF4ED8}"/>
          </ac:spMkLst>
        </pc:spChg>
      </pc:sldChg>
      <pc:sldChg chg="addSp modSp">
        <pc:chgData name="JARAMILLO MORENO ANDRES FELIPE" userId="S::andresfjaramillo@estudiante.uniajc.edu.co::17605a83-e1ce-4a7d-9b6b-1b85ae0f4f97" providerId="AD" clId="Web-{F817F7FA-0C2B-44B6-9B7E-5DA72B2C0552}" dt="2021-06-21T23:33:45.381" v="45" actId="1076"/>
        <pc:sldMkLst>
          <pc:docMk/>
          <pc:sldMk cId="1840487719" sldId="321"/>
        </pc:sldMkLst>
        <pc:spChg chg="add mod">
          <ac:chgData name="JARAMILLO MORENO ANDRES FELIPE" userId="S::andresfjaramillo@estudiante.uniajc.edu.co::17605a83-e1ce-4a7d-9b6b-1b85ae0f4f97" providerId="AD" clId="Web-{F817F7FA-0C2B-44B6-9B7E-5DA72B2C0552}" dt="2021-06-21T23:33:45.381" v="45" actId="1076"/>
          <ac:spMkLst>
            <pc:docMk/>
            <pc:sldMk cId="1840487719" sldId="321"/>
            <ac:spMk id="2" creationId="{A5769958-E204-4E52-86E1-A1AAA71394A3}"/>
          </ac:spMkLst>
        </pc:spChg>
        <pc:spChg chg="mod">
          <ac:chgData name="JARAMILLO MORENO ANDRES FELIPE" userId="S::andresfjaramillo@estudiante.uniajc.edu.co::17605a83-e1ce-4a7d-9b6b-1b85ae0f4f97" providerId="AD" clId="Web-{F817F7FA-0C2B-44B6-9B7E-5DA72B2C0552}" dt="2021-06-21T23:31:24.439" v="14" actId="20577"/>
          <ac:spMkLst>
            <pc:docMk/>
            <pc:sldMk cId="1840487719" sldId="321"/>
            <ac:spMk id="9" creationId="{E994535C-5130-4049-B7AC-7DF0704A2ABE}"/>
          </ac:spMkLst>
        </pc:spChg>
      </pc:sldChg>
      <pc:sldChg chg="addSp modSp">
        <pc:chgData name="JARAMILLO MORENO ANDRES FELIPE" userId="S::andresfjaramillo@estudiante.uniajc.edu.co::17605a83-e1ce-4a7d-9b6b-1b85ae0f4f97" providerId="AD" clId="Web-{F817F7FA-0C2B-44B6-9B7E-5DA72B2C0552}" dt="2021-06-21T23:33:54.522" v="47"/>
        <pc:sldMkLst>
          <pc:docMk/>
          <pc:sldMk cId="2390714503" sldId="322"/>
        </pc:sldMkLst>
        <pc:spChg chg="add">
          <ac:chgData name="JARAMILLO MORENO ANDRES FELIPE" userId="S::andresfjaramillo@estudiante.uniajc.edu.co::17605a83-e1ce-4a7d-9b6b-1b85ae0f4f97" providerId="AD" clId="Web-{F817F7FA-0C2B-44B6-9B7E-5DA72B2C0552}" dt="2021-06-21T23:33:54.522" v="47"/>
          <ac:spMkLst>
            <pc:docMk/>
            <pc:sldMk cId="2390714503" sldId="322"/>
            <ac:spMk id="2" creationId="{701BDDD0-BA75-42AD-8E5D-F54B1993A90E}"/>
          </ac:spMkLst>
        </pc:spChg>
        <pc:spChg chg="mod">
          <ac:chgData name="JARAMILLO MORENO ANDRES FELIPE" userId="S::andresfjaramillo@estudiante.uniajc.edu.co::17605a83-e1ce-4a7d-9b6b-1b85ae0f4f97" providerId="AD" clId="Web-{F817F7FA-0C2B-44B6-9B7E-5DA72B2C0552}" dt="2021-06-21T23:31:34.721" v="16" actId="20577"/>
          <ac:spMkLst>
            <pc:docMk/>
            <pc:sldMk cId="2390714503" sldId="322"/>
            <ac:spMk id="5" creationId="{D8D01887-323D-4EB8-AC66-351626C81630}"/>
          </ac:spMkLst>
        </pc:spChg>
      </pc:sldChg>
      <pc:sldChg chg="addSp modSp">
        <pc:chgData name="JARAMILLO MORENO ANDRES FELIPE" userId="S::andresfjaramillo@estudiante.uniajc.edu.co::17605a83-e1ce-4a7d-9b6b-1b85ae0f4f97" providerId="AD" clId="Web-{F817F7FA-0C2B-44B6-9B7E-5DA72B2C0552}" dt="2021-06-21T23:33:50.959" v="46"/>
        <pc:sldMkLst>
          <pc:docMk/>
          <pc:sldMk cId="1924699298" sldId="323"/>
        </pc:sldMkLst>
        <pc:spChg chg="add">
          <ac:chgData name="JARAMILLO MORENO ANDRES FELIPE" userId="S::andresfjaramillo@estudiante.uniajc.edu.co::17605a83-e1ce-4a7d-9b6b-1b85ae0f4f97" providerId="AD" clId="Web-{F817F7FA-0C2B-44B6-9B7E-5DA72B2C0552}" dt="2021-06-21T23:33:50.959" v="46"/>
          <ac:spMkLst>
            <pc:docMk/>
            <pc:sldMk cId="1924699298" sldId="323"/>
            <ac:spMk id="2" creationId="{C9908D27-191E-4AC7-AF04-16178689075D}"/>
          </ac:spMkLst>
        </pc:spChg>
        <pc:spChg chg="mod">
          <ac:chgData name="JARAMILLO MORENO ANDRES FELIPE" userId="S::andresfjaramillo@estudiante.uniajc.edu.co::17605a83-e1ce-4a7d-9b6b-1b85ae0f4f97" providerId="AD" clId="Web-{F817F7FA-0C2B-44B6-9B7E-5DA72B2C0552}" dt="2021-06-21T23:31:29.955" v="15" actId="20577"/>
          <ac:spMkLst>
            <pc:docMk/>
            <pc:sldMk cId="1924699298" sldId="323"/>
            <ac:spMk id="5" creationId="{ECED9504-8B61-4FDC-B393-BA35372B67A9}"/>
          </ac:spMkLst>
        </pc:spChg>
      </pc:sldChg>
    </pc:docChg>
  </pc:docChgLst>
  <pc:docChgLst>
    <pc:chgData name="JARAMILLO MORENO ANDRES FELIPE" userId="S::andresfjaramillo@estudiante.uniajc.edu.co::17605a83-e1ce-4a7d-9b6b-1b85ae0f4f97" providerId="AD" clId="Web-{19380FC7-87BF-40DF-A6E5-954532FD8DCD}"/>
    <pc:docChg chg="delSld modSld modSection">
      <pc:chgData name="JARAMILLO MORENO ANDRES FELIPE" userId="S::andresfjaramillo@estudiante.uniajc.edu.co::17605a83-e1ce-4a7d-9b6b-1b85ae0f4f97" providerId="AD" clId="Web-{19380FC7-87BF-40DF-A6E5-954532FD8DCD}" dt="2021-06-17T23:38:33.457" v="14"/>
      <pc:docMkLst>
        <pc:docMk/>
      </pc:docMkLst>
      <pc:sldChg chg="del">
        <pc:chgData name="JARAMILLO MORENO ANDRES FELIPE" userId="S::andresfjaramillo@estudiante.uniajc.edu.co::17605a83-e1ce-4a7d-9b6b-1b85ae0f4f97" providerId="AD" clId="Web-{19380FC7-87BF-40DF-A6E5-954532FD8DCD}" dt="2021-06-17T23:38:33.457" v="14"/>
        <pc:sldMkLst>
          <pc:docMk/>
          <pc:sldMk cId="2681730533" sldId="290"/>
        </pc:sldMkLst>
      </pc:sldChg>
      <pc:sldChg chg="del">
        <pc:chgData name="JARAMILLO MORENO ANDRES FELIPE" userId="S::andresfjaramillo@estudiante.uniajc.edu.co::17605a83-e1ce-4a7d-9b6b-1b85ae0f4f97" providerId="AD" clId="Web-{19380FC7-87BF-40DF-A6E5-954532FD8DCD}" dt="2021-06-17T23:21:26.413" v="2"/>
        <pc:sldMkLst>
          <pc:docMk/>
          <pc:sldMk cId="1765233400" sldId="291"/>
        </pc:sldMkLst>
      </pc:sldChg>
      <pc:sldChg chg="modSp">
        <pc:chgData name="JARAMILLO MORENO ANDRES FELIPE" userId="S::andresfjaramillo@estudiante.uniajc.edu.co::17605a83-e1ce-4a7d-9b6b-1b85ae0f4f97" providerId="AD" clId="Web-{19380FC7-87BF-40DF-A6E5-954532FD8DCD}" dt="2021-06-17T23:22:24.868" v="13" actId="20577"/>
        <pc:sldMkLst>
          <pc:docMk/>
          <pc:sldMk cId="3540441120" sldId="307"/>
        </pc:sldMkLst>
        <pc:spChg chg="mod">
          <ac:chgData name="JARAMILLO MORENO ANDRES FELIPE" userId="S::andresfjaramillo@estudiante.uniajc.edu.co::17605a83-e1ce-4a7d-9b6b-1b85ae0f4f97" providerId="AD" clId="Web-{19380FC7-87BF-40DF-A6E5-954532FD8DCD}" dt="2021-06-17T23:22:24.868" v="13" actId="20577"/>
          <ac:spMkLst>
            <pc:docMk/>
            <pc:sldMk cId="3540441120" sldId="307"/>
            <ac:spMk id="2" creationId="{249A4B38-1F0C-499B-B992-C90D61D74A4D}"/>
          </ac:spMkLst>
        </pc:spChg>
      </pc:sldChg>
      <pc:sldChg chg="delSp modSp">
        <pc:chgData name="JARAMILLO MORENO ANDRES FELIPE" userId="S::andresfjaramillo@estudiante.uniajc.edu.co::17605a83-e1ce-4a7d-9b6b-1b85ae0f4f97" providerId="AD" clId="Web-{19380FC7-87BF-40DF-A6E5-954532FD8DCD}" dt="2021-06-17T23:20:18.724" v="1" actId="1076"/>
        <pc:sldMkLst>
          <pc:docMk/>
          <pc:sldMk cId="2769505152" sldId="318"/>
        </pc:sldMkLst>
        <pc:spChg chg="mod">
          <ac:chgData name="JARAMILLO MORENO ANDRES FELIPE" userId="S::andresfjaramillo@estudiante.uniajc.edu.co::17605a83-e1ce-4a7d-9b6b-1b85ae0f4f97" providerId="AD" clId="Web-{19380FC7-87BF-40DF-A6E5-954532FD8DCD}" dt="2021-06-17T23:20:18.724" v="1" actId="1076"/>
          <ac:spMkLst>
            <pc:docMk/>
            <pc:sldMk cId="2769505152" sldId="318"/>
            <ac:spMk id="4" creationId="{010EEBAB-61D0-48D5-85A0-8FDEEFD3AC7A}"/>
          </ac:spMkLst>
        </pc:spChg>
        <pc:spChg chg="del">
          <ac:chgData name="JARAMILLO MORENO ANDRES FELIPE" userId="S::andresfjaramillo@estudiante.uniajc.edu.co::17605a83-e1ce-4a7d-9b6b-1b85ae0f4f97" providerId="AD" clId="Web-{19380FC7-87BF-40DF-A6E5-954532FD8DCD}" dt="2021-06-17T23:20:14.630" v="0"/>
          <ac:spMkLst>
            <pc:docMk/>
            <pc:sldMk cId="2769505152" sldId="318"/>
            <ac:spMk id="5" creationId="{D9F5211B-179D-4C68-B5B0-FA313D7824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9117-BBAA-FC4C-90CB-86676EB69E98}" type="datetimeFigureOut">
              <a:rPr lang="es-ES" smtClean="0"/>
              <a:t>21/06/2021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48F21-F51C-9144-B662-F14C636FE2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83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</a:t>
            </a:r>
            <a:r>
              <a:rPr lang="es-ES" baseline="0"/>
              <a:t> diapositiva es la </a:t>
            </a:r>
            <a:r>
              <a:rPr lang="es-ES" b="1" baseline="0"/>
              <a:t>Portada del Documento</a:t>
            </a:r>
            <a:r>
              <a:rPr lang="es-ES" baseline="0"/>
              <a:t>, se sugiere NO INCLUIR NINGUNA información o disponer algún elemento sobre la misma.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48F21-F51C-9144-B662-F14C636FE28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9131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48F21-F51C-9144-B662-F14C636FE289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104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</a:t>
            </a:r>
            <a:r>
              <a:rPr lang="es-ES" baseline="0"/>
              <a:t> diapositiva es la </a:t>
            </a:r>
            <a:r>
              <a:rPr lang="es-ES" b="1" baseline="0"/>
              <a:t>Portada del Documento</a:t>
            </a:r>
            <a:r>
              <a:rPr lang="es-ES" baseline="0"/>
              <a:t>, se sugiere NO INCLUIR NINGUNA información o disponer algún elemento sobre la misma.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A48F21-F51C-9144-B662-F14C636FE289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155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771579"/>
            <a:ext cx="4312078" cy="5196204"/>
          </a:xfrm>
        </p:spPr>
        <p:txBody>
          <a:bodyPr anchor="ctr"/>
          <a:lstStyle>
            <a:lvl1pPr algn="l">
              <a:defRPr b="1" spc="-15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3201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spc="-150">
                <a:solidFill>
                  <a:srgbClr val="00529C"/>
                </a:solidFill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9144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 marL="13716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 marL="18288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99972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282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80392"/>
            <a:ext cx="7772400" cy="5250828"/>
          </a:xfrm>
        </p:spPr>
        <p:txBody>
          <a:bodyPr anchor="ctr"/>
          <a:lstStyle>
            <a:lvl1pPr algn="ctr">
              <a:defRPr sz="4000" b="1" cap="all" spc="-15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99972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3460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spc="-150">
                <a:solidFill>
                  <a:srgbClr val="00529C"/>
                </a:solidFill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9144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 marL="13716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 marL="18288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9144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 marL="13716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 marL="18288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1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12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13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7189570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42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 b="1" spc="-150">
                <a:solidFill>
                  <a:srgbClr val="00529C"/>
                </a:solidFill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1032263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662970"/>
            <a:ext cx="4040188" cy="3463193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2pPr>
            <a:lvl3pPr marL="914400" indent="0">
              <a:buNone/>
              <a:defRPr sz="1800">
                <a:solidFill>
                  <a:srgbClr val="595959"/>
                </a:solidFill>
                <a:latin typeface="Arial"/>
                <a:cs typeface="Arial"/>
              </a:defRPr>
            </a:lvl3pPr>
            <a:lvl4pPr marL="1371600" indent="0">
              <a:buNone/>
              <a:defRPr sz="1600">
                <a:solidFill>
                  <a:srgbClr val="595959"/>
                </a:solidFill>
                <a:latin typeface="Arial"/>
                <a:cs typeface="Arial"/>
              </a:defRPr>
            </a:lvl4pPr>
            <a:lvl5pPr marL="1828800" indent="0">
              <a:buNone/>
              <a:defRPr sz="1600">
                <a:solidFill>
                  <a:srgbClr val="595959"/>
                </a:solidFill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1032263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662970"/>
            <a:ext cx="4041775" cy="3463193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2pPr>
            <a:lvl3pPr marL="914400" indent="0">
              <a:buNone/>
              <a:defRPr sz="1800">
                <a:solidFill>
                  <a:srgbClr val="595959"/>
                </a:solidFill>
                <a:latin typeface="Arial"/>
                <a:cs typeface="Arial"/>
              </a:defRPr>
            </a:lvl3pPr>
            <a:lvl4pPr marL="1371600" indent="0">
              <a:buNone/>
              <a:defRPr sz="1600">
                <a:solidFill>
                  <a:srgbClr val="595959"/>
                </a:solidFill>
                <a:latin typeface="Arial"/>
                <a:cs typeface="Arial"/>
              </a:defRPr>
            </a:lvl4pPr>
            <a:lvl5pPr marL="1828800" indent="0">
              <a:buNone/>
              <a:defRPr sz="1600">
                <a:solidFill>
                  <a:srgbClr val="595959"/>
                </a:solidFill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11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7189570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197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84359"/>
            <a:ext cx="8229600" cy="996907"/>
          </a:xfrm>
        </p:spPr>
        <p:txBody>
          <a:bodyPr anchor="ctr">
            <a:normAutofit/>
          </a:bodyPr>
          <a:lstStyle>
            <a:lvl1pPr>
              <a:defRPr sz="3600" b="1" spc="-15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10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99972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2pPr>
            <a:lvl3pPr marL="9144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3pPr>
            <a:lvl4pPr marL="13716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4pPr>
            <a:lvl5pPr marL="18288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38030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>
          <a:xfrm>
            <a:off x="1139970" y="6584800"/>
            <a:ext cx="1659388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451927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7189570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289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795872"/>
          </a:xfrm>
        </p:spPr>
        <p:txBody>
          <a:bodyPr anchor="b">
            <a:normAutofit/>
          </a:bodyPr>
          <a:lstStyle>
            <a:lvl1pPr algn="l">
              <a:defRPr sz="2400" b="1" spc="-15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87378" y="273050"/>
            <a:ext cx="4820358" cy="5974686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800">
                <a:solidFill>
                  <a:srgbClr val="595959"/>
                </a:solidFill>
                <a:latin typeface="Arial"/>
                <a:cs typeface="Arial"/>
              </a:defRPr>
            </a:lvl2pPr>
            <a:lvl3pPr marL="914400" indent="0">
              <a:buNone/>
              <a:defRPr sz="2400">
                <a:solidFill>
                  <a:srgbClr val="595959"/>
                </a:solidFill>
                <a:latin typeface="Arial"/>
                <a:cs typeface="Arial"/>
              </a:defRPr>
            </a:lvl3pPr>
            <a:lvl4pPr marL="137160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4pPr>
            <a:lvl5pPr marL="182880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2164516"/>
            <a:ext cx="3008313" cy="404393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9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7189570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chemeClr val="bg1">
                    <a:lumMod val="75000"/>
                  </a:schemeClr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7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 spc="-150">
                <a:solidFill>
                  <a:srgbClr val="00529C"/>
                </a:solidFill>
                <a:latin typeface="Arial"/>
                <a:cs typeface="Arial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ctr"/>
          <a:lstStyle>
            <a:lvl1pPr marL="0" indent="0" algn="ctr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442446"/>
            <a:ext cx="5486400" cy="80486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584800"/>
            <a:ext cx="213360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357272FC-7409-9241-96D9-C1880B2CBB52}" type="datetimeFigureOut">
              <a:rPr lang="es-ES" smtClean="0"/>
              <a:pPr/>
              <a:t>21/06/2021</a:t>
            </a:fld>
            <a:endParaRPr lang="es-ES"/>
          </a:p>
        </p:txBody>
      </p:sp>
      <p:sp>
        <p:nvSpPr>
          <p:cNvPr id="9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83231" y="6584800"/>
            <a:ext cx="2986593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endParaRPr lang="es-ES"/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99972" y="6584800"/>
            <a:ext cx="1497230" cy="187367"/>
          </a:xfrm>
        </p:spPr>
        <p:txBody>
          <a:bodyPr anchor="ctr"/>
          <a:lstStyle>
            <a:lvl1pPr>
              <a:defRPr sz="900" b="1">
                <a:solidFill>
                  <a:srgbClr val="BFBFBF"/>
                </a:solidFill>
                <a:latin typeface="Arial"/>
                <a:cs typeface="Arial"/>
              </a:defRPr>
            </a:lvl1pPr>
          </a:lstStyle>
          <a:p>
            <a:fld id="{1FFC44E8-1E1C-934E-880E-E8BCEBE213D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79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272FC-7409-9241-96D9-C1880B2CBB52}" type="datetimeFigureOut">
              <a:rPr lang="es-ES" smtClean="0"/>
              <a:t>21/06/2021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C44E8-1E1C-934E-880E-E8BCEBE213D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64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52424" y="428625"/>
            <a:ext cx="4791076" cy="6215036"/>
          </a:xfrm>
        </p:spPr>
        <p:txBody>
          <a:bodyPr>
            <a:normAutofit fontScale="90000"/>
          </a:bodyPr>
          <a:lstStyle/>
          <a:p>
            <a:pPr algn="ctr"/>
            <a:br>
              <a:rPr lang="es-ES" sz="2800"/>
            </a:br>
            <a:r>
              <a:rPr lang="es-ES" sz="2800"/>
              <a:t>PROPUESTA DE CARACTERIZACIÓN DEL PROCESO TÉCNICO-OPERATIVO DE LA PLANTA DE TRATAMIENTO DE AGUA DE LA INSTITUCIÓN UNIVERSITARIA ANTONIO JOSÉ CAMACHO  </a:t>
            </a:r>
            <a:br>
              <a:rPr lang="es-ES" sz="2800"/>
            </a:br>
            <a:r>
              <a:rPr lang="es-ES" sz="2800"/>
              <a:t>SEDE SUR </a:t>
            </a:r>
            <a:br>
              <a:rPr lang="es-ES" sz="2800"/>
            </a:br>
            <a:br>
              <a:rPr lang="es-ES" sz="2800"/>
            </a:br>
            <a:r>
              <a:rPr lang="es-ES" sz="2800"/>
              <a:t> </a:t>
            </a:r>
            <a:br>
              <a:rPr lang="es-ES" sz="2800"/>
            </a:br>
            <a:br>
              <a:rPr lang="es-ES" sz="2800"/>
            </a:br>
            <a:r>
              <a:rPr lang="es-ES" sz="2800"/>
              <a:t>Miguel </a:t>
            </a:r>
            <a:r>
              <a:rPr lang="es-ES" sz="2800" err="1"/>
              <a:t>Angel</a:t>
            </a:r>
            <a:r>
              <a:rPr lang="es-ES" sz="2800"/>
              <a:t> Caycedo </a:t>
            </a:r>
            <a:r>
              <a:rPr lang="es-ES" sz="2800" err="1"/>
              <a:t>Saa</a:t>
            </a:r>
            <a:br>
              <a:rPr lang="es-ES" sz="2800"/>
            </a:br>
            <a:r>
              <a:rPr lang="es-ES" sz="2800"/>
              <a:t>Andres Felipe Jaramillo Moreno</a:t>
            </a:r>
            <a:br>
              <a:rPr lang="es-ES" sz="2800"/>
            </a:br>
            <a:br>
              <a:rPr lang="es-ES" sz="2800"/>
            </a:br>
            <a:br>
              <a:rPr lang="es-ES" sz="2800"/>
            </a:br>
            <a:endParaRPr lang="es-ES" sz="2800"/>
          </a:p>
        </p:txBody>
      </p:sp>
    </p:spTree>
    <p:extLst>
      <p:ext uri="{BB962C8B-B14F-4D97-AF65-F5344CB8AC3E}">
        <p14:creationId xmlns:p14="http://schemas.microsoft.com/office/powerpoint/2010/main" val="343959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Contenido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2990B15-9796-4126-B9F2-D7D313C8F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Introducción.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Planteamiento del problema.</a:t>
            </a:r>
          </a:p>
          <a:p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2.1 Tabla de muestras.</a:t>
            </a:r>
          </a:p>
          <a:p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2.2 Análisis de muestras.</a:t>
            </a:r>
          </a:p>
          <a:p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2.3 Diagrama de proceso.</a:t>
            </a:r>
          </a:p>
          <a:p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2.4 Procesos </a:t>
            </a:r>
            <a:r>
              <a:rPr lang="es-CO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PTAP</a:t>
            </a:r>
            <a:endParaRPr lang="es-CO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CO" dirty="0">
                <a:solidFill>
                  <a:schemeClr val="tx1"/>
                </a:solidFill>
                <a:latin typeface="Times New Roman"/>
                <a:cs typeface="Times New Roman"/>
              </a:rPr>
              <a:t>	2.5 Tabla de problemas</a:t>
            </a:r>
          </a:p>
          <a:p>
            <a:r>
              <a:rPr lang="es-CO" dirty="0">
                <a:solidFill>
                  <a:schemeClr val="tx1"/>
                </a:solidFill>
                <a:latin typeface="Times New Roman"/>
                <a:cs typeface="Times New Roman"/>
              </a:rPr>
              <a:t>       2.6 Crecimiento estudiantil</a:t>
            </a:r>
          </a:p>
          <a:p>
            <a:pPr marL="514350" indent="-514350">
              <a:buAutoNum type="arabicPeriod" startAt="4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Objetivos.</a:t>
            </a:r>
          </a:p>
          <a:p>
            <a:pPr marL="514350" indent="-514350">
              <a:buAutoNum type="arabicPeriod" startAt="4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Metodología.</a:t>
            </a:r>
          </a:p>
          <a:p>
            <a:pPr marL="514350" indent="-514350">
              <a:buAutoNum type="arabicPeriod" startAt="4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Resultados.</a:t>
            </a:r>
          </a:p>
          <a:p>
            <a:pPr marL="514350" indent="-514350">
              <a:buAutoNum type="arabicPeriod" startAt="4"/>
            </a:pPr>
            <a:r>
              <a:rPr lang="es-C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Conclusiones.</a:t>
            </a:r>
          </a:p>
          <a:p>
            <a:pPr marL="514350" indent="-514350">
              <a:buFont typeface="+mj-lt"/>
              <a:buAutoNum type="arabicPeriod"/>
            </a:pPr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  <a:p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2446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s-ES"/>
              <a:t>Introducción</a:t>
            </a:r>
          </a:p>
        </p:txBody>
      </p:sp>
      <p:pic>
        <p:nvPicPr>
          <p:cNvPr id="1026" name="Picture 2" descr="Cliente De Salida De Proceso De Entrada De Proveedor De Acrónimo Sipoc En  La Nota. Foto de archivo - Imagen de negocios, salida: 194472240">
            <a:extLst>
              <a:ext uri="{FF2B5EF4-FFF2-40B4-BE49-F238E27FC236}">
                <a16:creationId xmlns:a16="http://schemas.microsoft.com/office/drawing/2014/main" id="{9316B6C2-FD5B-4E14-95DA-07F93351EF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79"/>
          <a:stretch/>
        </p:blipFill>
        <p:spPr bwMode="auto">
          <a:xfrm>
            <a:off x="5498376" y="3990851"/>
            <a:ext cx="2285775" cy="152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FB88519-D305-419D-B3AB-8665E08D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98" y="3429000"/>
            <a:ext cx="35242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02861C22-CE3D-4E98-BC06-C4505C209CC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8499" y="1143000"/>
            <a:ext cx="7727001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sz="22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 plantas de tratamiento de agua potable son de suma importancia para poder acceder al recurso hídrico de calidad.</a:t>
            </a:r>
            <a:endParaRPr lang="es-CO" altLang="es-CO" sz="2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220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2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s-CO" altLang="es-CO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caracterización ha permitido encontrar deficiencias en la plantas de tratamiento, que también son un insumo para generar el diseño de las</a:t>
            </a:r>
            <a:r>
              <a:rPr kumimoji="0" lang="es-CO" altLang="es-CO" sz="2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CO" altLang="es-CO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mismas</a:t>
            </a:r>
            <a:r>
              <a:rPr lang="es-CO" altLang="es-CO" sz="22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s-CO" altLang="es-CO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88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11617-4B04-184E-8809-E7DE4DCB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49" y="2781247"/>
            <a:ext cx="7813901" cy="2402220"/>
          </a:xfrm>
        </p:spPr>
        <p:txBody>
          <a:bodyPr/>
          <a:lstStyle/>
          <a:p>
            <a:pPr algn="r"/>
            <a:r>
              <a:rPr lang="es-CO"/>
              <a:t>PLANTEAMIENTO DEL PROBLEMA</a:t>
            </a:r>
          </a:p>
        </p:txBody>
      </p:sp>
    </p:spTree>
    <p:extLst>
      <p:ext uri="{BB962C8B-B14F-4D97-AF65-F5344CB8AC3E}">
        <p14:creationId xmlns:p14="http://schemas.microsoft.com/office/powerpoint/2010/main" val="282548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0"/>
            <a:ext cx="8229600" cy="1143000"/>
          </a:xfrm>
        </p:spPr>
        <p:txBody>
          <a:bodyPr>
            <a:normAutofit/>
          </a:bodyPr>
          <a:lstStyle/>
          <a:p>
            <a:r>
              <a:rPr lang="es-ES"/>
              <a:t>Tabla de Muestras 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A81F1D1-FC59-4F6F-A1A3-3B393792A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95206"/>
              </p:ext>
            </p:extLst>
          </p:nvPr>
        </p:nvGraphicFramePr>
        <p:xfrm>
          <a:off x="561978" y="1026946"/>
          <a:ext cx="8124824" cy="5259555"/>
        </p:xfrm>
        <a:graphic>
          <a:graphicData uri="http://schemas.openxmlformats.org/drawingml/2006/table">
            <a:tbl>
              <a:tblPr/>
              <a:tblGrid>
                <a:gridCol w="1214668">
                  <a:extLst>
                    <a:ext uri="{9D8B030D-6E8A-4147-A177-3AD203B41FA5}">
                      <a16:colId xmlns:a16="http://schemas.microsoft.com/office/drawing/2014/main" val="1324570803"/>
                    </a:ext>
                  </a:extLst>
                </a:gridCol>
                <a:gridCol w="981081">
                  <a:extLst>
                    <a:ext uri="{9D8B030D-6E8A-4147-A177-3AD203B41FA5}">
                      <a16:colId xmlns:a16="http://schemas.microsoft.com/office/drawing/2014/main" val="2065821248"/>
                    </a:ext>
                  </a:extLst>
                </a:gridCol>
                <a:gridCol w="1191311">
                  <a:extLst>
                    <a:ext uri="{9D8B030D-6E8A-4147-A177-3AD203B41FA5}">
                      <a16:colId xmlns:a16="http://schemas.microsoft.com/office/drawing/2014/main" val="3939539971"/>
                    </a:ext>
                  </a:extLst>
                </a:gridCol>
                <a:gridCol w="1039482">
                  <a:extLst>
                    <a:ext uri="{9D8B030D-6E8A-4147-A177-3AD203B41FA5}">
                      <a16:colId xmlns:a16="http://schemas.microsoft.com/office/drawing/2014/main" val="1518615822"/>
                    </a:ext>
                  </a:extLst>
                </a:gridCol>
                <a:gridCol w="541033">
                  <a:extLst>
                    <a:ext uri="{9D8B030D-6E8A-4147-A177-3AD203B41FA5}">
                      <a16:colId xmlns:a16="http://schemas.microsoft.com/office/drawing/2014/main" val="213881028"/>
                    </a:ext>
                  </a:extLst>
                </a:gridCol>
                <a:gridCol w="541033">
                  <a:extLst>
                    <a:ext uri="{9D8B030D-6E8A-4147-A177-3AD203B41FA5}">
                      <a16:colId xmlns:a16="http://schemas.microsoft.com/office/drawing/2014/main" val="3602057131"/>
                    </a:ext>
                  </a:extLst>
                </a:gridCol>
                <a:gridCol w="911004">
                  <a:extLst>
                    <a:ext uri="{9D8B030D-6E8A-4147-A177-3AD203B41FA5}">
                      <a16:colId xmlns:a16="http://schemas.microsoft.com/office/drawing/2014/main" val="4118646402"/>
                    </a:ext>
                  </a:extLst>
                </a:gridCol>
                <a:gridCol w="934361">
                  <a:extLst>
                    <a:ext uri="{9D8B030D-6E8A-4147-A177-3AD203B41FA5}">
                      <a16:colId xmlns:a16="http://schemas.microsoft.com/office/drawing/2014/main" val="2962155386"/>
                    </a:ext>
                  </a:extLst>
                </a:gridCol>
                <a:gridCol w="770851">
                  <a:extLst>
                    <a:ext uri="{9D8B030D-6E8A-4147-A177-3AD203B41FA5}">
                      <a16:colId xmlns:a16="http://schemas.microsoft.com/office/drawing/2014/main" val="1993432974"/>
                    </a:ext>
                  </a:extLst>
                </a:gridCol>
              </a:tblGrid>
              <a:tr h="33198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PARÁMETRO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0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E0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UNIDADES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D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PROMEDIO</a:t>
                      </a:r>
                      <a:r>
                        <a:rPr lang="es-CO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20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E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DESVIACIÓN</a:t>
                      </a:r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ESTÁNDAR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C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MIN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E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E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VALOR MIN</a:t>
                      </a:r>
                      <a:r>
                        <a:rPr lang="es-CO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  <a:p>
                      <a:pPr algn="ctr" rtl="0" fontAlgn="base"/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ADMISIBLE</a:t>
                      </a:r>
                      <a:r>
                        <a:rPr lang="es-CO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F0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VALOR </a:t>
                      </a:r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MÁX</a:t>
                      </a:r>
                      <a:r>
                        <a:rPr lang="es-CO" sz="10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ADMISIBLE</a:t>
                      </a:r>
                      <a:r>
                        <a:rPr lang="es-CO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F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1" i="0">
                          <a:effectLst/>
                          <a:latin typeface="Times New Roman" panose="02020603050405020304" pitchFamily="18" charset="0"/>
                        </a:rPr>
                        <a:t>CUMPLE</a:t>
                      </a:r>
                      <a:r>
                        <a:rPr lang="es-CO" sz="10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F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293266"/>
                  </a:ext>
                </a:extLst>
              </a:tr>
              <a:tr h="26425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Alcalinidad Total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E0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57,64909091 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E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6,65689786 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0E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E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70,44 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E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F0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0F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F1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519565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Aluminio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0,053636364 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0,00924416 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541577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Cloro Residual Libre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0,962727273 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0,53389308 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00869"/>
                  </a:ext>
                </a:extLst>
              </a:tr>
              <a:tr h="26425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Cloruros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13,11545455 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2,71961528 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232824"/>
                  </a:ext>
                </a:extLst>
              </a:tr>
              <a:tr h="18439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Color Aparente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0,909090909 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1,3751033 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686943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Conductividad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microsiemens/cm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139,86 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47,4848565 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1,46 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362520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Carbono Orgánico Total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1,327272727 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1,08544084 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412767"/>
                  </a:ext>
                </a:extLst>
              </a:tr>
              <a:tr h="26425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Dureza Cálcica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32,44454545 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6,89535694 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24,69 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47,92 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700618"/>
                  </a:ext>
                </a:extLst>
              </a:tr>
              <a:tr h="26425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Dureza Magnésica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29,60181818 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4,16329633 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37,75 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72706"/>
                  </a:ext>
                </a:extLst>
              </a:tr>
              <a:tr h="26425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Dureza Total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62,08181818 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8,58874475 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51,22 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77,87 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891448"/>
                  </a:ext>
                </a:extLst>
              </a:tr>
              <a:tr h="18439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Fluoruros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0,119090909 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0,03477198 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493316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Fosfatos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0,735454545 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0,63585161 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7021"/>
                  </a:ext>
                </a:extLst>
              </a:tr>
              <a:tr h="18439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Hierro Total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1,4555E-17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924125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Manganeso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7,2776E-18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383819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Molibdeno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7,2776E-18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225102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Nitratos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6,613636364 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7,14381169 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00499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Nitritos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7,2776E-18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399839"/>
                  </a:ext>
                </a:extLst>
              </a:tr>
              <a:tr h="22388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Unidad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6,817272727 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0,3434557 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830564"/>
                  </a:ext>
                </a:extLst>
              </a:tr>
              <a:tr h="18439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Sulfatos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769125"/>
                  </a:ext>
                </a:extLst>
              </a:tr>
              <a:tr h="18439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Turbidez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mg/L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0,183636364 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0,24171358 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332327"/>
                  </a:ext>
                </a:extLst>
              </a:tr>
              <a:tr h="198192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Zinc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0A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    mg/L   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017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         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0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1,4555E-17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0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01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0,1 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01B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Calibri" panose="020F0502020204030204" pitchFamily="34" charset="0"/>
                        </a:rPr>
                        <a:t>             -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01E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       3 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022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050" b="0" i="0">
                          <a:effectLst/>
                          <a:latin typeface="Times New Roman" panose="02020603050405020304" pitchFamily="18" charset="0"/>
                        </a:rPr>
                        <a:t>         si </a:t>
                      </a:r>
                      <a:endParaRPr lang="es-CO" sz="1100" b="0" i="0">
                        <a:effectLst/>
                      </a:endParaRPr>
                    </a:p>
                  </a:txBody>
                  <a:tcPr marL="20873" marR="20873" marT="10437" marB="104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022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356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54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584BD-57DF-4B04-85B6-E30D6E51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s-CO"/>
              <a:t>Análisis de Muestras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44DAB7-2DE2-4E64-9ED5-9FDABB8D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6" y="1314450"/>
            <a:ext cx="3893562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E39F211-0E3F-43BF-90F3-ABE1F6C0D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64" y="2776537"/>
            <a:ext cx="4036437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330E484-E206-4545-907F-65C8A4623F3C}"/>
              </a:ext>
            </a:extLst>
          </p:cNvPr>
          <p:cNvSpPr txBox="1"/>
          <p:nvPr/>
        </p:nvSpPr>
        <p:spPr>
          <a:xfrm>
            <a:off x="600076" y="4281487"/>
            <a:ext cx="271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Max:2,1</a:t>
            </a:r>
          </a:p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Desviación Estándar:0,53</a:t>
            </a:r>
          </a:p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Min:0,28</a:t>
            </a:r>
          </a:p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Promedio:0,96</a:t>
            </a:r>
          </a:p>
          <a:p>
            <a:r>
              <a:rPr lang="es-CO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 permitido:0,3 - 2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EBEA2D-FDD1-4B79-905B-1634AE0318E5}"/>
              </a:ext>
            </a:extLst>
          </p:cNvPr>
          <p:cNvSpPr txBox="1"/>
          <p:nvPr/>
        </p:nvSpPr>
        <p:spPr>
          <a:xfrm>
            <a:off x="6268857" y="1314450"/>
            <a:ext cx="271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Max:1,91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Desviación Estándar:0,63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Min:0,12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Promedio:0,73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permitido:0 – 0,5</a:t>
            </a:r>
          </a:p>
        </p:txBody>
      </p:sp>
    </p:spTree>
    <p:extLst>
      <p:ext uri="{BB962C8B-B14F-4D97-AF65-F5344CB8AC3E}">
        <p14:creationId xmlns:p14="http://schemas.microsoft.com/office/powerpoint/2010/main" val="162581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584BD-57DF-4B04-85B6-E30D6E51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s-CO"/>
              <a:t>Análisis de Muestras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107E851-9992-48EC-BF10-C3E7D88E5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74" y="2943224"/>
            <a:ext cx="4036436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F4DA95B-884A-4B04-9E68-88E773E6A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64" y="1481138"/>
            <a:ext cx="4036436" cy="292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B2126A8-5A1E-489E-BB77-F9E37F280090}"/>
              </a:ext>
            </a:extLst>
          </p:cNvPr>
          <p:cNvSpPr txBox="1"/>
          <p:nvPr/>
        </p:nvSpPr>
        <p:spPr>
          <a:xfrm>
            <a:off x="535564" y="4390071"/>
            <a:ext cx="271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Max:7,4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Desviación Estándar:0,34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Min:6,4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Promedio:6,81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permitido:6,5 - 9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D66962-7F2D-46CC-9A7F-1C9BDE10CE2A}"/>
              </a:ext>
            </a:extLst>
          </p:cNvPr>
          <p:cNvSpPr txBox="1"/>
          <p:nvPr/>
        </p:nvSpPr>
        <p:spPr>
          <a:xfrm>
            <a:off x="6152860" y="1481138"/>
            <a:ext cx="271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Max:22,5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Desviación Estándar:7,14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Min:0,1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Promedio:6,61</a:t>
            </a:r>
          </a:p>
          <a:p>
            <a:r>
              <a:rPr lang="es-CO">
                <a:latin typeface="Times New Roman" panose="02020603050405020304" pitchFamily="18" charset="0"/>
                <a:cs typeface="Times New Roman" panose="02020603050405020304" pitchFamily="18" charset="0"/>
              </a:rPr>
              <a:t>Valor permitido:0 – 10</a:t>
            </a:r>
          </a:p>
        </p:txBody>
      </p:sp>
    </p:spTree>
    <p:extLst>
      <p:ext uri="{BB962C8B-B14F-4D97-AF65-F5344CB8AC3E}">
        <p14:creationId xmlns:p14="http://schemas.microsoft.com/office/powerpoint/2010/main" val="13976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A4B38-1F0C-499B-B992-C90D61D7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36" y="1871029"/>
            <a:ext cx="3575957" cy="911458"/>
          </a:xfrm>
        </p:spPr>
        <p:txBody>
          <a:bodyPr>
            <a:normAutofit fontScale="90000"/>
          </a:bodyPr>
          <a:lstStyle/>
          <a:p>
            <a:r>
              <a:rPr lang="es-CO" sz="4000"/>
              <a:t>Diagrama del proceso de potabilización</a:t>
            </a:r>
            <a:endParaRPr lang="es-ES" sz="400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5155CE1-0330-404A-B6E1-DE4064A6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055" y="6311349"/>
            <a:ext cx="253511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ES" sz="1200" b="1" u="none" strike="noStrike" cap="none" normalizeH="0" baseline="0" bmk="_Hlk69141581">
                <a:ln>
                  <a:noFill/>
                </a:ln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s-CO" altLang="es-ES" sz="1200" b="1" u="none" strike="noStrike" cap="none" normalizeH="0" baseline="0" bmk="">
                <a:ln>
                  <a:noFill/>
                </a:ln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Fuente: elaboración propia</a:t>
            </a:r>
            <a:r>
              <a:rPr kumimoji="0" lang="es-CO" altLang="es-ES" sz="1000" b="0" i="1" u="none" strike="noStrike" cap="none" normalizeH="0" baseline="0" bmk="">
                <a:ln>
                  <a:noFill/>
                </a:ln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s-CO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D907359-E2A1-4A94-B814-F529B3FE6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519113"/>
            <a:ext cx="952500" cy="581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49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7D549-359D-49DF-8F7F-BCE1BD1D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Procesos PTAP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9EFDE0-E71E-4B30-98C4-F274441E9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543050"/>
            <a:ext cx="3086100" cy="231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que contiene persona, interior, pequeño, sostener&#10;&#10;Descripción generada automáticamente">
            <a:extLst>
              <a:ext uri="{FF2B5EF4-FFF2-40B4-BE49-F238E27FC236}">
                <a16:creationId xmlns:a16="http://schemas.microsoft.com/office/drawing/2014/main" id="{E63844F7-62AC-4D08-845B-278443569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3861795"/>
            <a:ext cx="3926878" cy="240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E40C642-3F1A-47EE-9806-B467D5D908B4}"/>
              </a:ext>
            </a:extLst>
          </p:cNvPr>
          <p:cNvSpPr txBox="1"/>
          <p:nvPr/>
        </p:nvSpPr>
        <p:spPr>
          <a:xfrm>
            <a:off x="4191000" y="1834066"/>
            <a:ext cx="4572000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CO" sz="22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El procedimiento que utiliza la planta ha funcionado de la misma forma durante 11 años, lo cual demuestra que no se han generado cambios a nivel tecnológico.</a:t>
            </a:r>
            <a:endParaRPr lang="es-CO" sz="2200">
              <a:latin typeface="Times New Roman"/>
              <a:cs typeface="Times New Roman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D2B2828-966D-4AE7-85EF-C469A054289D}"/>
              </a:ext>
            </a:extLst>
          </p:cNvPr>
          <p:cNvSpPr txBox="1"/>
          <p:nvPr/>
        </p:nvSpPr>
        <p:spPr>
          <a:xfrm>
            <a:off x="680628" y="4510976"/>
            <a:ext cx="3044997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CO" sz="2200">
                <a:solidFill>
                  <a:srgbClr val="000000"/>
                </a:solidFill>
                <a:latin typeface="Times New Roman"/>
                <a:cs typeface="Times New Roman"/>
              </a:rPr>
              <a:t>Se muestra un medidor de pH y de cloro, cuyas medidas son imprecisas.</a:t>
            </a:r>
          </a:p>
        </p:txBody>
      </p:sp>
    </p:spTree>
    <p:extLst>
      <p:ext uri="{BB962C8B-B14F-4D97-AF65-F5344CB8AC3E}">
        <p14:creationId xmlns:p14="http://schemas.microsoft.com/office/powerpoint/2010/main" val="150810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333E2D-0381-49FB-B941-DCF6B77E8288}"/>
              </a:ext>
            </a:extLst>
          </p:cNvPr>
          <p:cNvSpPr/>
          <p:nvPr/>
        </p:nvSpPr>
        <p:spPr>
          <a:xfrm>
            <a:off x="0" y="3429000"/>
            <a:ext cx="9144000" cy="2203173"/>
          </a:xfrm>
          <a:prstGeom prst="rect">
            <a:avLst/>
          </a:prstGeom>
          <a:solidFill>
            <a:srgbClr val="005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211F91-AA8F-43E6-9533-C37531FC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542928"/>
            <a:ext cx="5486400" cy="566738"/>
          </a:xfrm>
        </p:spPr>
        <p:txBody>
          <a:bodyPr>
            <a:normAutofit/>
          </a:bodyPr>
          <a:lstStyle/>
          <a:p>
            <a:r>
              <a:rPr lang="es-CO" sz="2400"/>
              <a:t>HALLAZGOS</a:t>
            </a:r>
            <a:endParaRPr lang="es-CO" sz="2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019EBA7-70C7-4E2E-AA1D-69CB81C78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58791"/>
              </p:ext>
            </p:extLst>
          </p:nvPr>
        </p:nvGraphicFramePr>
        <p:xfrm>
          <a:off x="303264" y="243183"/>
          <a:ext cx="8554986" cy="533248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77493">
                  <a:extLst>
                    <a:ext uri="{9D8B030D-6E8A-4147-A177-3AD203B41FA5}">
                      <a16:colId xmlns:a16="http://schemas.microsoft.com/office/drawing/2014/main" val="5178926"/>
                    </a:ext>
                  </a:extLst>
                </a:gridCol>
                <a:gridCol w="4277493">
                  <a:extLst>
                    <a:ext uri="{9D8B030D-6E8A-4147-A177-3AD203B41FA5}">
                      <a16:colId xmlns:a16="http://schemas.microsoft.com/office/drawing/2014/main" val="3194204431"/>
                    </a:ext>
                  </a:extLst>
                </a:gridCol>
              </a:tblGrid>
              <a:tr h="14418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</a:rPr>
                        <a:t>Criterio </a:t>
                      </a:r>
                      <a:endParaRPr lang="es-CO" sz="1400" b="1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</a:rPr>
                        <a:t>Descripción </a:t>
                      </a:r>
                      <a:endParaRPr lang="es-CO" sz="1400" b="1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403056048"/>
                  </a:ext>
                </a:extLst>
              </a:tr>
              <a:tr h="356221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Estado de las instalaciones 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 dirty="0">
                          <a:solidFill>
                            <a:schemeClr val="tx1"/>
                          </a:solidFill>
                          <a:effectLst/>
                        </a:rPr>
                        <a:t>La caja eléctrica no tiene condiciones de seguridad para evitar fallas </a:t>
                      </a:r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eléctricas, debido a la filtracion de pequeños animales.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1330057420"/>
                  </a:ext>
                </a:extLst>
              </a:tr>
              <a:tr h="254444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Planos de las instalaciones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Ausencia de planos de tuberías de agua.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2869431207"/>
                  </a:ext>
                </a:extLst>
              </a:tr>
              <a:tr h="1373993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Estado de la maquinaria y las fichas técnicas-operativas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hay fichas técnicas de los equipos que componen la planta.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se cuenta con la maquinaria óptima para la inyección de cloro y la distribución de agua.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hay un manual de procedimientos adecuado.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Se cuenta con una de las motobombas en mal estado y un tanque de almacenamiento sin adecuar.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77291382"/>
                  </a:ext>
                </a:extLst>
              </a:tr>
              <a:tr h="356221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Programas de mantenimiento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Ausencia de programa de mantenimiento preventivo y predictivo.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159732639"/>
                  </a:ext>
                </a:extLst>
              </a:tr>
              <a:tr h="865107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Programas de higiene y seguridad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Limitaciones en los procesos de seguridad y salud.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existen manuales, ni demarcaciones de seguridad en la planta.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se cuenta con los implementos de seguridad adecuados para el personal.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3358262256"/>
                  </a:ext>
                </a:extLst>
              </a:tr>
              <a:tr h="356221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Toma de muestras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se encuentra estandarizado el proceso de toma de muestra de agua.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4134422345"/>
                  </a:ext>
                </a:extLst>
              </a:tr>
              <a:tr h="457997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Insumos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hay insumos adecuados para desarrollar labores en la planta (medidores y equipos de seguridad).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141526927"/>
                  </a:ext>
                </a:extLst>
              </a:tr>
              <a:tr h="674981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Estado del personal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No hay personal suficiente para administrar la planta. </a:t>
                      </a:r>
                    </a:p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El personal actual no cuenta con las capacitaciones adecuadas para realizar su labor.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1292230183"/>
                  </a:ext>
                </a:extLst>
              </a:tr>
              <a:tr h="356221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100" b="0">
                          <a:solidFill>
                            <a:schemeClr val="tx1"/>
                          </a:solidFill>
                          <a:effectLst/>
                        </a:rPr>
                        <a:t>Procesos </a:t>
                      </a:r>
                      <a:endParaRPr lang="es-CO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100" b="0">
                          <a:solidFill>
                            <a:schemeClr val="tx1"/>
                          </a:solidFill>
                          <a:effectLst/>
                        </a:rPr>
                        <a:t>Falta culminar el segundo tanque de almacenamiento de agua. </a:t>
                      </a:r>
                      <a:endParaRPr lang="es-ES" sz="11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330" marR="44330" marT="22165" marB="22165"/>
                </a:tc>
                <a:extLst>
                  <a:ext uri="{0D108BD9-81ED-4DB2-BD59-A6C34878D82A}">
                    <a16:rowId xmlns:a16="http://schemas.microsoft.com/office/drawing/2014/main" val="424661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90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73400-6636-364B-A340-93D5D069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Crecimiento estudiantil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8A63911-B2A5-4616-B928-6137B78DC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513682"/>
              </p:ext>
            </p:extLst>
          </p:nvPr>
        </p:nvGraphicFramePr>
        <p:xfrm>
          <a:off x="533400" y="1486216"/>
          <a:ext cx="2991748" cy="38855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02035">
                  <a:extLst>
                    <a:ext uri="{9D8B030D-6E8A-4147-A177-3AD203B41FA5}">
                      <a16:colId xmlns:a16="http://schemas.microsoft.com/office/drawing/2014/main" val="1465490832"/>
                    </a:ext>
                  </a:extLst>
                </a:gridCol>
                <a:gridCol w="864043">
                  <a:extLst>
                    <a:ext uri="{9D8B030D-6E8A-4147-A177-3AD203B41FA5}">
                      <a16:colId xmlns:a16="http://schemas.microsoft.com/office/drawing/2014/main" val="1562740354"/>
                    </a:ext>
                  </a:extLst>
                </a:gridCol>
                <a:gridCol w="1425670">
                  <a:extLst>
                    <a:ext uri="{9D8B030D-6E8A-4147-A177-3AD203B41FA5}">
                      <a16:colId xmlns:a16="http://schemas.microsoft.com/office/drawing/2014/main" val="610072739"/>
                    </a:ext>
                  </a:extLst>
                </a:gridCol>
              </a:tblGrid>
              <a:tr h="58919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Semestre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Personas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Consumo </a:t>
                      </a:r>
                      <a:endParaRPr lang="es-CO" sz="1600" b="0">
                        <a:effectLst/>
                      </a:endParaRPr>
                    </a:p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(Litros*persona*día) </a:t>
                      </a:r>
                      <a:endParaRPr lang="es-CO" sz="1600" b="0">
                        <a:effectLst/>
                      </a:endParaRPr>
                    </a:p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extLst>
                  <a:ext uri="{0D108BD9-81ED-4DB2-BD59-A6C34878D82A}">
                    <a16:rowId xmlns:a16="http://schemas.microsoft.com/office/drawing/2014/main" val="940855690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2015-1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1315 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46025 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3656085691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2015-2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1370 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47950 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2947403935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2016-1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1428 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49980 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2941340689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2016-2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1460 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51100 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4086562640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2017-1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1697 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59395 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486071732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2017-2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1788 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62580 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3924841617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2018-1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1695 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59325 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3636347408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2018-2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 dirty="0">
                          <a:solidFill>
                            <a:srgbClr val="000000"/>
                          </a:solidFill>
                          <a:effectLst/>
                        </a:rPr>
                        <a:t>2104 </a:t>
                      </a:r>
                      <a:endParaRPr lang="es-CO" sz="1600" b="0" i="0" dirty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73640 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3496140382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2019-1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2101 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73535 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3358940308"/>
                  </a:ext>
                </a:extLst>
              </a:tr>
              <a:tr h="3296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2019-2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>
                          <a:solidFill>
                            <a:srgbClr val="000000"/>
                          </a:solidFill>
                          <a:effectLst/>
                        </a:rPr>
                        <a:t>2090 </a:t>
                      </a:r>
                      <a:endParaRPr lang="es-CO" sz="1600" b="0" i="0">
                        <a:effectLst/>
                      </a:endParaRPr>
                    </a:p>
                  </a:txBody>
                  <a:tcPr marL="82290" marR="82290" marT="41145" marB="41145" anchor="b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000" b="0" dirty="0">
                          <a:solidFill>
                            <a:srgbClr val="000000"/>
                          </a:solidFill>
                          <a:effectLst/>
                        </a:rPr>
                        <a:t>73150 </a:t>
                      </a:r>
                      <a:endParaRPr lang="es-CO" sz="1600" b="0" i="0" dirty="0">
                        <a:effectLst/>
                      </a:endParaRPr>
                    </a:p>
                  </a:txBody>
                  <a:tcPr marL="82290" marR="82290" marT="41145" marB="41145" anchor="b"/>
                </a:tc>
                <a:extLst>
                  <a:ext uri="{0D108BD9-81ED-4DB2-BD59-A6C34878D82A}">
                    <a16:rowId xmlns:a16="http://schemas.microsoft.com/office/drawing/2014/main" val="699800386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46228BFE-C0A4-408C-BC01-41D14C928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30" y="1949628"/>
            <a:ext cx="456247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A5A65C4-F876-49D5-97BF-D1E76E0ABAD1}"/>
              </a:ext>
            </a:extLst>
          </p:cNvPr>
          <p:cNvSpPr txBox="1"/>
          <p:nvPr/>
        </p:nvSpPr>
        <p:spPr>
          <a:xfrm>
            <a:off x="4036525" y="4739225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latin typeface="Times New Roman"/>
                <a:cs typeface="Times New Roman"/>
              </a:rPr>
              <a:t>Fuente: Elaboración propia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EB003F-826A-49C9-9A73-B7E9187DB200}"/>
              </a:ext>
            </a:extLst>
          </p:cNvPr>
          <p:cNvSpPr txBox="1"/>
          <p:nvPr/>
        </p:nvSpPr>
        <p:spPr>
          <a:xfrm>
            <a:off x="496338" y="5415240"/>
            <a:ext cx="3036733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>
                <a:latin typeface="Times New Roman"/>
                <a:cs typeface="Times New Roman"/>
              </a:rPr>
              <a:t>Fuente: Elaboración propia a partir de los Registros de la </a:t>
            </a:r>
            <a:r>
              <a:rPr lang="es-ES" sz="1600" err="1">
                <a:latin typeface="Times New Roman"/>
                <a:cs typeface="Times New Roman"/>
              </a:rPr>
              <a:t>UNIAJC</a:t>
            </a:r>
            <a:r>
              <a:rPr lang="es-ES" sz="1600">
                <a:latin typeface="Times New Roman"/>
                <a:cs typeface="Times New Roman"/>
              </a:rPr>
              <a:t> y </a:t>
            </a:r>
            <a:r>
              <a:rPr lang="es-CO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Manco, D., Guerrero, J., Morales T. (2017)</a:t>
            </a:r>
            <a:endParaRPr lang="es-E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3048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73400-6636-364B-A340-93D5D069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Pregunta 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0EEBAB-61D0-48D5-85A0-8FDEEFD3AC7A}"/>
              </a:ext>
            </a:extLst>
          </p:cNvPr>
          <p:cNvSpPr txBox="1"/>
          <p:nvPr/>
        </p:nvSpPr>
        <p:spPr>
          <a:xfrm>
            <a:off x="729844" y="3104961"/>
            <a:ext cx="778965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>
                <a:latin typeface="Times New Roman"/>
                <a:cs typeface="Times New Roman"/>
              </a:rPr>
              <a:t>¿</a:t>
            </a:r>
            <a:r>
              <a:rPr lang="en-US" sz="2200" err="1">
                <a:latin typeface="Times New Roman"/>
                <a:cs typeface="Times New Roman"/>
              </a:rPr>
              <a:t>Cómo</a:t>
            </a:r>
            <a:r>
              <a:rPr lang="en-US" sz="220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caracterizar</a:t>
            </a:r>
            <a:r>
              <a:rPr lang="en-US" sz="2200">
                <a:latin typeface="Times New Roman"/>
                <a:cs typeface="Times New Roman"/>
              </a:rPr>
              <a:t> los </a:t>
            </a:r>
            <a:r>
              <a:rPr lang="en-US" sz="2200" err="1">
                <a:latin typeface="Times New Roman"/>
                <a:cs typeface="Times New Roman"/>
              </a:rPr>
              <a:t>procesos</a:t>
            </a:r>
            <a:r>
              <a:rPr lang="en-US" sz="220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tecnico-operativos</a:t>
            </a:r>
            <a:r>
              <a:rPr lang="en-US" sz="2200">
                <a:latin typeface="Times New Roman"/>
                <a:cs typeface="Times New Roman"/>
              </a:rPr>
              <a:t> de la planta de </a:t>
            </a:r>
            <a:r>
              <a:rPr lang="en-US" sz="2200" err="1">
                <a:latin typeface="Times New Roman"/>
                <a:cs typeface="Times New Roman"/>
              </a:rPr>
              <a:t>tratamiento</a:t>
            </a:r>
            <a:r>
              <a:rPr lang="en-US" sz="2200">
                <a:latin typeface="Times New Roman"/>
                <a:cs typeface="Times New Roman"/>
              </a:rPr>
              <a:t> de </a:t>
            </a:r>
            <a:r>
              <a:rPr lang="en-US" sz="2200" err="1">
                <a:latin typeface="Times New Roman"/>
                <a:cs typeface="Times New Roman"/>
              </a:rPr>
              <a:t>agua</a:t>
            </a:r>
            <a:r>
              <a:rPr lang="en-US" sz="2200">
                <a:latin typeface="Times New Roman"/>
                <a:cs typeface="Times New Roman"/>
              </a:rPr>
              <a:t> de la </a:t>
            </a:r>
            <a:r>
              <a:rPr lang="en-US" sz="2200" err="1">
                <a:latin typeface="Times New Roman"/>
                <a:cs typeface="Times New Roman"/>
              </a:rPr>
              <a:t>institución</a:t>
            </a:r>
            <a:r>
              <a:rPr lang="en-US" sz="2200">
                <a:latin typeface="Times New Roman"/>
                <a:cs typeface="Times New Roman"/>
              </a:rPr>
              <a:t> </a:t>
            </a:r>
            <a:r>
              <a:rPr lang="en-US" sz="2200" err="1">
                <a:latin typeface="Times New Roman"/>
                <a:cs typeface="Times New Roman"/>
              </a:rPr>
              <a:t>universitaria</a:t>
            </a:r>
            <a:r>
              <a:rPr lang="en-US" sz="2200">
                <a:latin typeface="Times New Roman"/>
                <a:cs typeface="Times New Roman"/>
              </a:rPr>
              <a:t> Antonio José Camacho </a:t>
            </a:r>
            <a:r>
              <a:rPr lang="en-US" sz="2200" err="1">
                <a:latin typeface="Times New Roman"/>
                <a:cs typeface="Times New Roman"/>
              </a:rPr>
              <a:t>sede</a:t>
            </a:r>
            <a:r>
              <a:rPr lang="en-US" sz="2200">
                <a:latin typeface="Times New Roman"/>
                <a:cs typeface="Times New Roman"/>
              </a:rPr>
              <a:t> sur?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505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69963"/>
            <a:ext cx="8229600" cy="1143000"/>
          </a:xfrm>
        </p:spPr>
        <p:txBody>
          <a:bodyPr>
            <a:normAutofit/>
          </a:bodyPr>
          <a:lstStyle/>
          <a:p>
            <a:r>
              <a:rPr lang="es-ES"/>
              <a:t>Objetivo General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2847975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Caracterizar los procesos técnico-operativos de la planta de tratamiento de agua de la institución universitaria Antonio José Camacho sede sur</a:t>
            </a:r>
            <a:r>
              <a:rPr lang="es-ES" sz="22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 </a:t>
            </a:r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sz="2200"/>
          </a:p>
          <a:p>
            <a:pPr algn="just"/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409293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12DE3-4474-45FF-A5EA-40925BEF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C1BFD-6503-4FFE-8ECE-44BC29949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>
              <a:buFont typeface="+mj-lt"/>
              <a:buAutoNum type="arabicPeriod"/>
            </a:pPr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Describir el estado técnico operativo actual de la planta de tratamiento de agua de la institución universitaria Antonio José Camacho sede sur. </a:t>
            </a:r>
          </a:p>
          <a:p>
            <a:pPr algn="l" rtl="0" fontAlgn="base"/>
            <a:endParaRPr lang="es-ES" sz="2200" b="0" i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 rtl="0" fontAlgn="base">
              <a:buFont typeface="+mj-lt"/>
              <a:buAutoNum type="arabicPeriod" startAt="2"/>
            </a:pPr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Realizar una propuesta de caracterización de la PTAP de la institución universitaria Antonio José Camacho sede sur.</a:t>
            </a:r>
          </a:p>
          <a:p>
            <a:pPr algn="l" rtl="0" fontAlgn="base"/>
            <a:endParaRPr lang="es-ES" sz="2200" b="0" i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 rtl="0" fontAlgn="base">
              <a:buFont typeface="+mj-lt"/>
              <a:buAutoNum type="arabicPeriod" startAt="3"/>
            </a:pPr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Identificar el impacto que tiene la implementación de la caracterización de la planta. </a:t>
            </a:r>
          </a:p>
          <a:p>
            <a:pPr algn="l" rtl="0" fontAlgn="base"/>
            <a:endParaRPr lang="es-ES" sz="2200" b="0" i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 rtl="0" fontAlgn="base">
              <a:buFont typeface="+mj-lt"/>
              <a:buAutoNum type="arabicPeriod" startAt="4"/>
            </a:pPr>
            <a:r>
              <a:rPr lang="es-ES" sz="22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Estimar el costo que tiene implementar una buena caracterización de la planta. </a:t>
            </a:r>
          </a:p>
          <a:p>
            <a:endParaRPr lang="es-CO" sz="2200"/>
          </a:p>
        </p:txBody>
      </p:sp>
    </p:spTree>
    <p:extLst>
      <p:ext uri="{BB962C8B-B14F-4D97-AF65-F5344CB8AC3E}">
        <p14:creationId xmlns:p14="http://schemas.microsoft.com/office/powerpoint/2010/main" val="3822444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11617-4B04-184E-8809-E7DE4DCB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49" y="2781247"/>
            <a:ext cx="7813901" cy="2402220"/>
          </a:xfrm>
        </p:spPr>
        <p:txBody>
          <a:bodyPr/>
          <a:lstStyle/>
          <a:p>
            <a:pPr algn="r"/>
            <a:r>
              <a:rPr lang="es-CO"/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1279311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A4B38-1F0C-499B-B992-C90D61D7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36" y="1871029"/>
            <a:ext cx="3575957" cy="911458"/>
          </a:xfrm>
        </p:spPr>
        <p:txBody>
          <a:bodyPr>
            <a:normAutofit fontScale="90000"/>
          </a:bodyPr>
          <a:lstStyle/>
          <a:p>
            <a:r>
              <a:rPr lang="es-CO" sz="4000"/>
              <a:t>Proceso metodológico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618AF80-3942-4021-84DC-FB1DC6FEC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93" y="13214"/>
            <a:ext cx="546190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C5155CE1-0330-404A-B6E1-DE4064A6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6421155"/>
            <a:ext cx="25146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ES" sz="1200" b="1" u="none" strike="noStrike" cap="none" normalizeH="0" baseline="0" bmk="">
                <a:ln>
                  <a:noFill/>
                </a:ln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Fuente: elaboración propia</a:t>
            </a:r>
            <a:r>
              <a:rPr kumimoji="0" lang="es-CO" altLang="es-ES" sz="1000" b="0" i="1" u="none" strike="noStrike" cap="none" normalizeH="0" baseline="0" bmk="">
                <a:ln>
                  <a:noFill/>
                </a:ln>
                <a:solidFill>
                  <a:srgbClr val="3B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s-CO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50A709-F83C-44F0-AE26-208E4808631A}"/>
              </a:ext>
            </a:extLst>
          </p:cNvPr>
          <p:cNvSpPr txBox="1"/>
          <p:nvPr/>
        </p:nvSpPr>
        <p:spPr>
          <a:xfrm>
            <a:off x="189363" y="321234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HERRAMIENTAS:</a:t>
            </a:r>
            <a:endParaRPr lang="es-ES" b="1" dirty="0">
              <a:solidFill>
                <a:schemeClr val="bg1"/>
              </a:solidFill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dirty="0">
              <a:solidFill>
                <a:srgbClr val="FFFFFF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cs typeface="Calibri"/>
              </a:rPr>
              <a:t>FORMATO </a:t>
            </a:r>
            <a:r>
              <a:rPr lang="es-ES" dirty="0" err="1">
                <a:solidFill>
                  <a:srgbClr val="FFFFFF"/>
                </a:solidFill>
                <a:cs typeface="Calibri"/>
              </a:rPr>
              <a:t>SIPOC</a:t>
            </a:r>
            <a:r>
              <a:rPr lang="es-ES" dirty="0">
                <a:solidFill>
                  <a:srgbClr val="FFFFFF"/>
                </a:solidFill>
                <a:cs typeface="Calibri"/>
              </a:rPr>
              <a:t> APOYADO EN EL CICLO </a:t>
            </a:r>
            <a:r>
              <a:rPr lang="es-ES" dirty="0" err="1">
                <a:solidFill>
                  <a:srgbClr val="FFFFFF"/>
                </a:solidFill>
                <a:cs typeface="Calibri"/>
              </a:rPr>
              <a:t>PHVA</a:t>
            </a:r>
            <a:r>
              <a:rPr lang="es-ES" dirty="0">
                <a:solidFill>
                  <a:srgbClr val="FFFFFF"/>
                </a:solidFill>
                <a:cs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cs typeface="Calibri"/>
              </a:rPr>
              <a:t>CUESTIONARIO DE ESTADO DE LA PLANTA.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cs typeface="Calibri"/>
              </a:rPr>
              <a:t>CUESTIONARIO PERSONAL OPERATIVO.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FFFFFF"/>
                </a:solidFill>
                <a:cs typeface="Calibri"/>
              </a:rPr>
              <a:t>FICHAS </a:t>
            </a:r>
            <a:r>
              <a:rPr lang="es-ES" dirty="0" err="1">
                <a:solidFill>
                  <a:srgbClr val="FFFFFF"/>
                </a:solidFill>
                <a:cs typeface="Calibri"/>
              </a:rPr>
              <a:t>TECNICAS</a:t>
            </a:r>
            <a:r>
              <a:rPr lang="es-ES" dirty="0">
                <a:solidFill>
                  <a:srgbClr val="FFFFFF"/>
                </a:solidFill>
                <a:cs typeface="Calibri"/>
              </a:rPr>
              <a:t> DE LA MAQUINARIA.</a:t>
            </a:r>
          </a:p>
        </p:txBody>
      </p:sp>
    </p:spTree>
    <p:extLst>
      <p:ext uri="{BB962C8B-B14F-4D97-AF65-F5344CB8AC3E}">
        <p14:creationId xmlns:p14="http://schemas.microsoft.com/office/powerpoint/2010/main" val="3540441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11617-4B04-184E-8809-E7DE4DCB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49" y="2781247"/>
            <a:ext cx="7813901" cy="2402220"/>
          </a:xfrm>
        </p:spPr>
        <p:txBody>
          <a:bodyPr/>
          <a:lstStyle/>
          <a:p>
            <a:pPr algn="r"/>
            <a:r>
              <a:rPr lang="es-CO"/>
              <a:t>Discusión</a:t>
            </a:r>
          </a:p>
        </p:txBody>
      </p:sp>
    </p:spTree>
    <p:extLst>
      <p:ext uri="{BB962C8B-B14F-4D97-AF65-F5344CB8AC3E}">
        <p14:creationId xmlns:p14="http://schemas.microsoft.com/office/powerpoint/2010/main" val="1077248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535A7E9-4666-4B92-ABE1-73756BC1A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683420"/>
              </p:ext>
            </p:extLst>
          </p:nvPr>
        </p:nvGraphicFramePr>
        <p:xfrm>
          <a:off x="925567" y="609699"/>
          <a:ext cx="7012845" cy="5635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5844">
                  <a:extLst>
                    <a:ext uri="{9D8B030D-6E8A-4147-A177-3AD203B41FA5}">
                      <a16:colId xmlns:a16="http://schemas.microsoft.com/office/drawing/2014/main" val="1921414831"/>
                    </a:ext>
                  </a:extLst>
                </a:gridCol>
                <a:gridCol w="1095844">
                  <a:extLst>
                    <a:ext uri="{9D8B030D-6E8A-4147-A177-3AD203B41FA5}">
                      <a16:colId xmlns:a16="http://schemas.microsoft.com/office/drawing/2014/main" val="458625304"/>
                    </a:ext>
                  </a:extLst>
                </a:gridCol>
                <a:gridCol w="1990970">
                  <a:extLst>
                    <a:ext uri="{9D8B030D-6E8A-4147-A177-3AD203B41FA5}">
                      <a16:colId xmlns:a16="http://schemas.microsoft.com/office/drawing/2014/main" val="2391235524"/>
                    </a:ext>
                  </a:extLst>
                </a:gridCol>
                <a:gridCol w="2830187">
                  <a:extLst>
                    <a:ext uri="{9D8B030D-6E8A-4147-A177-3AD203B41FA5}">
                      <a16:colId xmlns:a16="http://schemas.microsoft.com/office/drawing/2014/main" val="823305259"/>
                    </a:ext>
                  </a:extLst>
                </a:gridCol>
              </a:tblGrid>
              <a:tr h="293713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6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Caracterización Maquinaria e instalaciones</a:t>
                      </a:r>
                      <a:endParaRPr lang="es-CO" sz="11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extLst>
                  <a:ext uri="{0D108BD9-81ED-4DB2-BD59-A6C34878D82A}">
                    <a16:rowId xmlns:a16="http://schemas.microsoft.com/office/drawing/2014/main" val="2072181382"/>
                  </a:ext>
                </a:extLst>
              </a:tr>
              <a:tr h="2937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Imagen</a:t>
                      </a: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Nombre </a:t>
                      </a: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Numero de maquinas</a:t>
                      </a: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Proceso</a:t>
                      </a:r>
                    </a:p>
                  </a:txBody>
                  <a:tcPr marL="37029" marR="37029" marT="0" marB="0" anchor="b"/>
                </a:tc>
                <a:extLst>
                  <a:ext uri="{0D108BD9-81ED-4DB2-BD59-A6C34878D82A}">
                    <a16:rowId xmlns:a16="http://schemas.microsoft.com/office/drawing/2014/main" val="4264427713"/>
                  </a:ext>
                </a:extLst>
              </a:tr>
              <a:tr h="105678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FILTROS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Filtración</a:t>
                      </a:r>
                    </a:p>
                  </a:txBody>
                  <a:tcPr marL="37029" marR="37029" marT="0" marB="0" anchor="ctr"/>
                </a:tc>
                <a:extLst>
                  <a:ext uri="{0D108BD9-81ED-4DB2-BD59-A6C34878D82A}">
                    <a16:rowId xmlns:a16="http://schemas.microsoft.com/office/drawing/2014/main" val="3910565875"/>
                  </a:ext>
                </a:extLst>
              </a:tr>
              <a:tr h="102834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TANQUE DE INYECCIÓN DE CLORO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Cloración</a:t>
                      </a:r>
                    </a:p>
                  </a:txBody>
                  <a:tcPr marL="37029" marR="37029" marT="0" marB="0" anchor="ctr"/>
                </a:tc>
                <a:extLst>
                  <a:ext uri="{0D108BD9-81ED-4DB2-BD59-A6C34878D82A}">
                    <a16:rowId xmlns:a16="http://schemas.microsoft.com/office/drawing/2014/main" val="2878323971"/>
                  </a:ext>
                </a:extLst>
              </a:tr>
              <a:tr h="105161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HIIDROFLOW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Distribución </a:t>
                      </a: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ctr"/>
                </a:tc>
                <a:extLst>
                  <a:ext uri="{0D108BD9-81ED-4DB2-BD59-A6C34878D82A}">
                    <a16:rowId xmlns:a16="http://schemas.microsoft.com/office/drawing/2014/main" val="1889054017"/>
                  </a:ext>
                </a:extLst>
              </a:tr>
              <a:tr h="9826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MOTOBOMAS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Distribución </a:t>
                      </a: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ctr"/>
                </a:tc>
                <a:extLst>
                  <a:ext uri="{0D108BD9-81ED-4DB2-BD59-A6C34878D82A}">
                    <a16:rowId xmlns:a16="http://schemas.microsoft.com/office/drawing/2014/main" val="1509678579"/>
                  </a:ext>
                </a:extLst>
              </a:tr>
              <a:tr h="90033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s-CO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7029" marR="37029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TANQUES DE ALMACENAMIENTO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37029" marR="370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1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Almacenamiento</a:t>
                      </a:r>
                    </a:p>
                  </a:txBody>
                  <a:tcPr marL="37029" marR="37029" marT="0" marB="0" anchor="ctr"/>
                </a:tc>
                <a:extLst>
                  <a:ext uri="{0D108BD9-81ED-4DB2-BD59-A6C34878D82A}">
                    <a16:rowId xmlns:a16="http://schemas.microsoft.com/office/drawing/2014/main" val="4001895320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F053179B-4EDD-4D18-A216-0E24C9D6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29" y="1332973"/>
            <a:ext cx="782937" cy="957361"/>
          </a:xfrm>
          <a:prstGeom prst="rect">
            <a:avLst/>
          </a:prstGeom>
        </p:spPr>
      </p:pic>
      <p:pic>
        <p:nvPicPr>
          <p:cNvPr id="9" name="image68.png">
            <a:extLst>
              <a:ext uri="{FF2B5EF4-FFF2-40B4-BE49-F238E27FC236}">
                <a16:creationId xmlns:a16="http://schemas.microsoft.com/office/drawing/2014/main" id="{6A298BD4-9511-42A7-B92C-C51D8BC68B9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050394" y="2409088"/>
            <a:ext cx="861243" cy="892423"/>
          </a:xfrm>
          <a:prstGeom prst="rect">
            <a:avLst/>
          </a:prstGeom>
          <a:ln/>
        </p:spPr>
      </p:pic>
      <p:pic>
        <p:nvPicPr>
          <p:cNvPr id="10" name="image67.png">
            <a:extLst>
              <a:ext uri="{FF2B5EF4-FFF2-40B4-BE49-F238E27FC236}">
                <a16:creationId xmlns:a16="http://schemas.microsoft.com/office/drawing/2014/main" id="{9D7232DB-AF6A-43EF-9FBC-50C125A08ED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94868" y="3429160"/>
            <a:ext cx="755284" cy="892423"/>
          </a:xfrm>
          <a:prstGeom prst="rect">
            <a:avLst/>
          </a:prstGeom>
          <a:ln/>
        </p:spPr>
      </p:pic>
      <p:pic>
        <p:nvPicPr>
          <p:cNvPr id="11" name="image65.jpg">
            <a:extLst>
              <a:ext uri="{FF2B5EF4-FFF2-40B4-BE49-F238E27FC236}">
                <a16:creationId xmlns:a16="http://schemas.microsoft.com/office/drawing/2014/main" id="{292ACDE7-3BC0-4FAE-B130-EECE9B39355E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988050" y="4458127"/>
            <a:ext cx="954464" cy="892423"/>
          </a:xfrm>
          <a:prstGeom prst="rect">
            <a:avLst/>
          </a:prstGeom>
          <a:ln/>
        </p:spPr>
      </p:pic>
      <p:pic>
        <p:nvPicPr>
          <p:cNvPr id="12" name="image24.jpg">
            <a:extLst>
              <a:ext uri="{FF2B5EF4-FFF2-40B4-BE49-F238E27FC236}">
                <a16:creationId xmlns:a16="http://schemas.microsoft.com/office/drawing/2014/main" id="{CFFE0C6F-E84C-457E-BAD1-B029FC179910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970260" y="5446519"/>
            <a:ext cx="1014689" cy="72056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57981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203E3F9-203D-4686-A8BC-153A478FA9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010935"/>
              </p:ext>
            </p:extLst>
          </p:nvPr>
        </p:nvGraphicFramePr>
        <p:xfrm>
          <a:off x="267286" y="858129"/>
          <a:ext cx="8595359" cy="5871106"/>
        </p:xfrm>
        <a:graphic>
          <a:graphicData uri="http://schemas.openxmlformats.org/drawingml/2006/table">
            <a:tbl>
              <a:tblPr/>
              <a:tblGrid>
                <a:gridCol w="583643">
                  <a:extLst>
                    <a:ext uri="{9D8B030D-6E8A-4147-A177-3AD203B41FA5}">
                      <a16:colId xmlns:a16="http://schemas.microsoft.com/office/drawing/2014/main" val="4172504163"/>
                    </a:ext>
                  </a:extLst>
                </a:gridCol>
                <a:gridCol w="806802">
                  <a:extLst>
                    <a:ext uri="{9D8B030D-6E8A-4147-A177-3AD203B41FA5}">
                      <a16:colId xmlns:a16="http://schemas.microsoft.com/office/drawing/2014/main" val="2437217609"/>
                    </a:ext>
                  </a:extLst>
                </a:gridCol>
                <a:gridCol w="738137">
                  <a:extLst>
                    <a:ext uri="{9D8B030D-6E8A-4147-A177-3AD203B41FA5}">
                      <a16:colId xmlns:a16="http://schemas.microsoft.com/office/drawing/2014/main" val="1805208677"/>
                    </a:ext>
                  </a:extLst>
                </a:gridCol>
                <a:gridCol w="504941">
                  <a:extLst>
                    <a:ext uri="{9D8B030D-6E8A-4147-A177-3AD203B41FA5}">
                      <a16:colId xmlns:a16="http://schemas.microsoft.com/office/drawing/2014/main" val="1053617316"/>
                    </a:ext>
                  </a:extLst>
                </a:gridCol>
                <a:gridCol w="2304237">
                  <a:extLst>
                    <a:ext uri="{9D8B030D-6E8A-4147-A177-3AD203B41FA5}">
                      <a16:colId xmlns:a16="http://schemas.microsoft.com/office/drawing/2014/main" val="868403894"/>
                    </a:ext>
                  </a:extLst>
                </a:gridCol>
                <a:gridCol w="760840">
                  <a:extLst>
                    <a:ext uri="{9D8B030D-6E8A-4147-A177-3AD203B41FA5}">
                      <a16:colId xmlns:a16="http://schemas.microsoft.com/office/drawing/2014/main" val="3372952599"/>
                    </a:ext>
                  </a:extLst>
                </a:gridCol>
                <a:gridCol w="1218532">
                  <a:extLst>
                    <a:ext uri="{9D8B030D-6E8A-4147-A177-3AD203B41FA5}">
                      <a16:colId xmlns:a16="http://schemas.microsoft.com/office/drawing/2014/main" val="3303344837"/>
                    </a:ext>
                  </a:extLst>
                </a:gridCol>
                <a:gridCol w="1678227">
                  <a:extLst>
                    <a:ext uri="{9D8B030D-6E8A-4147-A177-3AD203B41FA5}">
                      <a16:colId xmlns:a16="http://schemas.microsoft.com/office/drawing/2014/main" val="1211740430"/>
                    </a:ext>
                  </a:extLst>
                </a:gridCol>
              </a:tblGrid>
              <a:tr h="520496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PROVEEDOR-SOCIOS DE NEGOCIO 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ENTRADA / INSUMO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PHVA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CLAVES DEL 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SALIDA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CLIENTE-PROCESO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013044"/>
                  </a:ext>
                </a:extLst>
              </a:tr>
              <a:tr h="347901"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INTERNO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EXTERNO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49303"/>
                  </a:ext>
                </a:extLst>
              </a:tr>
              <a:tr h="86568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de mantenimientos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C1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Programar las distintas actividades de mantenimiento relacionadas con la planta de tratamiento.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Programa de mantenimientos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PTAP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822014"/>
                  </a:ext>
                </a:extLst>
              </a:tr>
              <a:tr h="1281868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Muestras y estudios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C1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Realizar estudios previos de 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los químicos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 las condiciones del agua cruda para el análisis y los parámetros con los que se obtiene un agua potable tratada en condiciones.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Parametros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quimicos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Encargado de la panta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470079"/>
                  </a:ext>
                </a:extLst>
              </a:tr>
              <a:tr h="86568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operativas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C1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Programar las actividades operativas que se llevaran a cabo durante el día.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Programa de operaciones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PTAP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44386"/>
                  </a:ext>
                </a:extLst>
              </a:tr>
              <a:tr h="86568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Captar  el agua cruda del aljibe.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Proceso de filtracion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39329"/>
                  </a:ext>
                </a:extLst>
              </a:tr>
              <a:tr h="86568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Filtrar los elementos livianos.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204849"/>
                  </a:ext>
                </a:extLst>
              </a:tr>
            </a:tbl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6CC60376-43EE-4A7A-A3A8-2535C2BF4ED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9D89C31-9903-4DDC-8B99-9C94C071CCDE}"/>
              </a:ext>
            </a:extLst>
          </p:cNvPr>
          <p:cNvSpPr txBox="1">
            <a:spLocks/>
          </p:cNvSpPr>
          <p:nvPr/>
        </p:nvSpPr>
        <p:spPr>
          <a:xfrm>
            <a:off x="453976" y="-10328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CARACTERIZACION</a:t>
            </a:r>
          </a:p>
        </p:txBody>
      </p:sp>
    </p:spTree>
    <p:extLst>
      <p:ext uri="{BB962C8B-B14F-4D97-AF65-F5344CB8AC3E}">
        <p14:creationId xmlns:p14="http://schemas.microsoft.com/office/powerpoint/2010/main" val="1579173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56F833-3239-4796-B5B2-0B49FB9D0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6" name="Marcador de contenido 4">
            <a:extLst>
              <a:ext uri="{FF2B5EF4-FFF2-40B4-BE49-F238E27FC236}">
                <a16:creationId xmlns:a16="http://schemas.microsoft.com/office/drawing/2014/main" id="{FA410602-0244-4A7F-A692-A08AD3799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826894"/>
              </p:ext>
            </p:extLst>
          </p:nvPr>
        </p:nvGraphicFramePr>
        <p:xfrm>
          <a:off x="267286" y="1186372"/>
          <a:ext cx="8637565" cy="4603717"/>
        </p:xfrm>
        <a:graphic>
          <a:graphicData uri="http://schemas.openxmlformats.org/drawingml/2006/table">
            <a:tbl>
              <a:tblPr/>
              <a:tblGrid>
                <a:gridCol w="636009">
                  <a:extLst>
                    <a:ext uri="{9D8B030D-6E8A-4147-A177-3AD203B41FA5}">
                      <a16:colId xmlns:a16="http://schemas.microsoft.com/office/drawing/2014/main" val="4172504163"/>
                    </a:ext>
                  </a:extLst>
                </a:gridCol>
                <a:gridCol w="879190">
                  <a:extLst>
                    <a:ext uri="{9D8B030D-6E8A-4147-A177-3AD203B41FA5}">
                      <a16:colId xmlns:a16="http://schemas.microsoft.com/office/drawing/2014/main" val="2437217609"/>
                    </a:ext>
                  </a:extLst>
                </a:gridCol>
                <a:gridCol w="804364">
                  <a:extLst>
                    <a:ext uri="{9D8B030D-6E8A-4147-A177-3AD203B41FA5}">
                      <a16:colId xmlns:a16="http://schemas.microsoft.com/office/drawing/2014/main" val="1805208677"/>
                    </a:ext>
                  </a:extLst>
                </a:gridCol>
                <a:gridCol w="1115354">
                  <a:extLst>
                    <a:ext uri="{9D8B030D-6E8A-4147-A177-3AD203B41FA5}">
                      <a16:colId xmlns:a16="http://schemas.microsoft.com/office/drawing/2014/main" val="1053617316"/>
                    </a:ext>
                  </a:extLst>
                </a:gridCol>
                <a:gridCol w="1045204">
                  <a:extLst>
                    <a:ext uri="{9D8B030D-6E8A-4147-A177-3AD203B41FA5}">
                      <a16:colId xmlns:a16="http://schemas.microsoft.com/office/drawing/2014/main" val="868403894"/>
                    </a:ext>
                  </a:extLst>
                </a:gridCol>
                <a:gridCol w="1000780">
                  <a:extLst>
                    <a:ext uri="{9D8B030D-6E8A-4147-A177-3AD203B41FA5}">
                      <a16:colId xmlns:a16="http://schemas.microsoft.com/office/drawing/2014/main" val="3372952599"/>
                    </a:ext>
                  </a:extLst>
                </a:gridCol>
                <a:gridCol w="1143413">
                  <a:extLst>
                    <a:ext uri="{9D8B030D-6E8A-4147-A177-3AD203B41FA5}">
                      <a16:colId xmlns:a16="http://schemas.microsoft.com/office/drawing/2014/main" val="3303344837"/>
                    </a:ext>
                  </a:extLst>
                </a:gridCol>
                <a:gridCol w="2013251">
                  <a:extLst>
                    <a:ext uri="{9D8B030D-6E8A-4147-A177-3AD203B41FA5}">
                      <a16:colId xmlns:a16="http://schemas.microsoft.com/office/drawing/2014/main" val="1211740430"/>
                    </a:ext>
                  </a:extLst>
                </a:gridCol>
              </a:tblGrid>
              <a:tr h="552907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PROVEEDOR-SOCIOS DE NEGOCIO 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ENTRADA / INSUMO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PHVA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CLAVES DEL 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SALIDA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CLIENTE-PROCESO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013044"/>
                  </a:ext>
                </a:extLst>
              </a:tr>
              <a:tr h="369565"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INTERNO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EXTERNO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49303"/>
                  </a:ext>
                </a:extLst>
              </a:tr>
              <a:tr h="7362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Eliminar oligoelementos.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049377"/>
                  </a:ext>
                </a:extLst>
              </a:tr>
              <a:tr h="7362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Eleminacion de microorganismos.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73916"/>
                  </a:ext>
                </a:extLst>
              </a:tr>
              <a:tr h="7362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cruda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Aplicacion de cloro.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Tratada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631983"/>
                  </a:ext>
                </a:extLst>
              </a:tr>
              <a:tr h="7362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Almacenamiento de agua.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Tratada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566899"/>
                  </a:ext>
                </a:extLst>
              </a:tr>
              <a:tr h="73624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Distribución de agua.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Tratada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Comunidad estudiantil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832475"/>
                  </a:ext>
                </a:extLst>
              </a:tr>
            </a:tbl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E994535C-5130-4049-B7AC-7DF0704A2ABE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769958-E204-4E52-86E1-A1AAA71394A3}"/>
              </a:ext>
            </a:extLst>
          </p:cNvPr>
          <p:cNvSpPr txBox="1">
            <a:spLocks/>
          </p:cNvSpPr>
          <p:nvPr/>
        </p:nvSpPr>
        <p:spPr>
          <a:xfrm>
            <a:off x="525136" y="34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CARACTERIZACION</a:t>
            </a:r>
          </a:p>
        </p:txBody>
      </p:sp>
    </p:spTree>
    <p:extLst>
      <p:ext uri="{BB962C8B-B14F-4D97-AF65-F5344CB8AC3E}">
        <p14:creationId xmlns:p14="http://schemas.microsoft.com/office/powerpoint/2010/main" val="1840487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7C2625-7865-4E3C-B458-87362300F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9DCFBC85-33C1-4FAC-97FD-890E5A175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2283818"/>
              </p:ext>
            </p:extLst>
          </p:nvPr>
        </p:nvGraphicFramePr>
        <p:xfrm>
          <a:off x="314178" y="1045697"/>
          <a:ext cx="8557846" cy="4500574"/>
        </p:xfrm>
        <a:graphic>
          <a:graphicData uri="http://schemas.openxmlformats.org/drawingml/2006/table">
            <a:tbl>
              <a:tblPr/>
              <a:tblGrid>
                <a:gridCol w="630140">
                  <a:extLst>
                    <a:ext uri="{9D8B030D-6E8A-4147-A177-3AD203B41FA5}">
                      <a16:colId xmlns:a16="http://schemas.microsoft.com/office/drawing/2014/main" val="4172504163"/>
                    </a:ext>
                  </a:extLst>
                </a:gridCol>
                <a:gridCol w="871075">
                  <a:extLst>
                    <a:ext uri="{9D8B030D-6E8A-4147-A177-3AD203B41FA5}">
                      <a16:colId xmlns:a16="http://schemas.microsoft.com/office/drawing/2014/main" val="2437217609"/>
                    </a:ext>
                  </a:extLst>
                </a:gridCol>
                <a:gridCol w="1148608">
                  <a:extLst>
                    <a:ext uri="{9D8B030D-6E8A-4147-A177-3AD203B41FA5}">
                      <a16:colId xmlns:a16="http://schemas.microsoft.com/office/drawing/2014/main" val="1805208677"/>
                    </a:ext>
                  </a:extLst>
                </a:gridCol>
                <a:gridCol w="753393">
                  <a:extLst>
                    <a:ext uri="{9D8B030D-6E8A-4147-A177-3AD203B41FA5}">
                      <a16:colId xmlns:a16="http://schemas.microsoft.com/office/drawing/2014/main" val="1053617316"/>
                    </a:ext>
                  </a:extLst>
                </a:gridCol>
                <a:gridCol w="1035556">
                  <a:extLst>
                    <a:ext uri="{9D8B030D-6E8A-4147-A177-3AD203B41FA5}">
                      <a16:colId xmlns:a16="http://schemas.microsoft.com/office/drawing/2014/main" val="868403894"/>
                    </a:ext>
                  </a:extLst>
                </a:gridCol>
                <a:gridCol w="991544">
                  <a:extLst>
                    <a:ext uri="{9D8B030D-6E8A-4147-A177-3AD203B41FA5}">
                      <a16:colId xmlns:a16="http://schemas.microsoft.com/office/drawing/2014/main" val="3372952599"/>
                    </a:ext>
                  </a:extLst>
                </a:gridCol>
                <a:gridCol w="1132860">
                  <a:extLst>
                    <a:ext uri="{9D8B030D-6E8A-4147-A177-3AD203B41FA5}">
                      <a16:colId xmlns:a16="http://schemas.microsoft.com/office/drawing/2014/main" val="3303344837"/>
                    </a:ext>
                  </a:extLst>
                </a:gridCol>
                <a:gridCol w="1994670">
                  <a:extLst>
                    <a:ext uri="{9D8B030D-6E8A-4147-A177-3AD203B41FA5}">
                      <a16:colId xmlns:a16="http://schemas.microsoft.com/office/drawing/2014/main" val="1211740430"/>
                    </a:ext>
                  </a:extLst>
                </a:gridCol>
              </a:tblGrid>
              <a:tr h="54356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PROVEEDOR-SOCIOS DE NEGOCIO 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ENTRADA / INSUMO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PHVA</a:t>
                      </a:r>
                      <a:endParaRPr lang="es-CO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CLAVES DEL 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SALIDA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CLIENTE-PROCESO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013044"/>
                  </a:ext>
                </a:extLst>
              </a:tr>
              <a:tr h="363317"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INTERNO</a:t>
                      </a:r>
                    </a:p>
                  </a:txBody>
                  <a:tcPr marL="2873" marR="2873" marT="287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EXTERNO</a:t>
                      </a:r>
                    </a:p>
                  </a:txBody>
                  <a:tcPr marL="2873" marR="2873" marT="28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49303"/>
                  </a:ext>
                </a:extLst>
              </a:tr>
              <a:tr h="89510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Instalaciones y equipos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Mantenimiento de filtros.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Filtros en buen estado y con funcionamiento adecuado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tratamiento, comunidad estudiantil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08088"/>
                  </a:ext>
                </a:extLst>
              </a:tr>
              <a:tr h="89510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Instalaciones y equipos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Mantenimiento de manguera de </a:t>
                      </a:r>
                      <a:r>
                        <a:rPr lang="es-E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inyeccción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de cloro.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Sistema de inyeccion de cloro en buen funcionamiento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78191"/>
                  </a:ext>
                </a:extLst>
              </a:tr>
              <a:tr h="89510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Instalaciones y equipos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Lavado de tanque.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Tanque en optimas condiciones de limpieza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Lider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060645"/>
                  </a:ext>
                </a:extLst>
              </a:tr>
              <a:tr h="89510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Instalaciones y equipos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Mantenimiento de motores.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Equipos en optimo funcionamiento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873" marR="2873" marT="287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18021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ECED9504-8B61-4FDC-B393-BA35372B67A9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908D27-191E-4AC7-AF04-16178689075D}"/>
              </a:ext>
            </a:extLst>
          </p:cNvPr>
          <p:cNvSpPr txBox="1">
            <a:spLocks/>
          </p:cNvSpPr>
          <p:nvPr/>
        </p:nvSpPr>
        <p:spPr>
          <a:xfrm>
            <a:off x="525136" y="34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CARACTERIZACION</a:t>
            </a:r>
          </a:p>
        </p:txBody>
      </p:sp>
    </p:spTree>
    <p:extLst>
      <p:ext uri="{BB962C8B-B14F-4D97-AF65-F5344CB8AC3E}">
        <p14:creationId xmlns:p14="http://schemas.microsoft.com/office/powerpoint/2010/main" val="1924699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4">
            <a:extLst>
              <a:ext uri="{FF2B5EF4-FFF2-40B4-BE49-F238E27FC236}">
                <a16:creationId xmlns:a16="http://schemas.microsoft.com/office/drawing/2014/main" id="{9DCFBC85-33C1-4FAC-97FD-890E5A175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3543456"/>
              </p:ext>
            </p:extLst>
          </p:nvPr>
        </p:nvGraphicFramePr>
        <p:xfrm>
          <a:off x="332793" y="1077077"/>
          <a:ext cx="8576743" cy="4667229"/>
        </p:xfrm>
        <a:graphic>
          <a:graphicData uri="http://schemas.openxmlformats.org/drawingml/2006/table">
            <a:tbl>
              <a:tblPr/>
              <a:tblGrid>
                <a:gridCol w="631531">
                  <a:extLst>
                    <a:ext uri="{9D8B030D-6E8A-4147-A177-3AD203B41FA5}">
                      <a16:colId xmlns:a16="http://schemas.microsoft.com/office/drawing/2014/main" val="4172504163"/>
                    </a:ext>
                  </a:extLst>
                </a:gridCol>
                <a:gridCol w="872999">
                  <a:extLst>
                    <a:ext uri="{9D8B030D-6E8A-4147-A177-3AD203B41FA5}">
                      <a16:colId xmlns:a16="http://schemas.microsoft.com/office/drawing/2014/main" val="2437217609"/>
                    </a:ext>
                  </a:extLst>
                </a:gridCol>
                <a:gridCol w="1151145">
                  <a:extLst>
                    <a:ext uri="{9D8B030D-6E8A-4147-A177-3AD203B41FA5}">
                      <a16:colId xmlns:a16="http://schemas.microsoft.com/office/drawing/2014/main" val="1805208677"/>
                    </a:ext>
                  </a:extLst>
                </a:gridCol>
                <a:gridCol w="755056">
                  <a:extLst>
                    <a:ext uri="{9D8B030D-6E8A-4147-A177-3AD203B41FA5}">
                      <a16:colId xmlns:a16="http://schemas.microsoft.com/office/drawing/2014/main" val="1053617316"/>
                    </a:ext>
                  </a:extLst>
                </a:gridCol>
                <a:gridCol w="1037843">
                  <a:extLst>
                    <a:ext uri="{9D8B030D-6E8A-4147-A177-3AD203B41FA5}">
                      <a16:colId xmlns:a16="http://schemas.microsoft.com/office/drawing/2014/main" val="868403894"/>
                    </a:ext>
                  </a:extLst>
                </a:gridCol>
                <a:gridCol w="993733">
                  <a:extLst>
                    <a:ext uri="{9D8B030D-6E8A-4147-A177-3AD203B41FA5}">
                      <a16:colId xmlns:a16="http://schemas.microsoft.com/office/drawing/2014/main" val="3372952599"/>
                    </a:ext>
                  </a:extLst>
                </a:gridCol>
                <a:gridCol w="1135362">
                  <a:extLst>
                    <a:ext uri="{9D8B030D-6E8A-4147-A177-3AD203B41FA5}">
                      <a16:colId xmlns:a16="http://schemas.microsoft.com/office/drawing/2014/main" val="3303344837"/>
                    </a:ext>
                  </a:extLst>
                </a:gridCol>
                <a:gridCol w="1999074">
                  <a:extLst>
                    <a:ext uri="{9D8B030D-6E8A-4147-A177-3AD203B41FA5}">
                      <a16:colId xmlns:a16="http://schemas.microsoft.com/office/drawing/2014/main" val="1211740430"/>
                    </a:ext>
                  </a:extLst>
                </a:gridCol>
              </a:tblGrid>
              <a:tr h="644569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PROVEEDOR-SOCIOS DE NEGOCIO </a:t>
                      </a:r>
                    </a:p>
                  </a:txBody>
                  <a:tcPr marL="92354" marR="92354" marT="45267" marB="4526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ENTRADA / INSUMO</a:t>
                      </a: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PHVA</a:t>
                      </a:r>
                      <a:endParaRPr lang="es-CO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ACTIVIDADES CLAVES DEL PROCESO</a:t>
                      </a: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SALIDA</a:t>
                      </a: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CLIENTE-PROCESO</a:t>
                      </a:r>
                    </a:p>
                  </a:txBody>
                  <a:tcPr marL="92354" marR="92354" marT="45267" marB="4526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013044"/>
                  </a:ext>
                </a:extLst>
              </a:tr>
              <a:tr h="371716"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INTERNO</a:t>
                      </a:r>
                    </a:p>
                  </a:txBody>
                  <a:tcPr marL="2902" marR="2902" marT="284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EXTERNO</a:t>
                      </a:r>
                    </a:p>
                  </a:txBody>
                  <a:tcPr marL="2902" marR="2902" marT="284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D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49303"/>
                  </a:ext>
                </a:extLst>
              </a:tr>
              <a:tr h="91273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Agua potable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Toma de muestras.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Resultado  del estado del agua de la planta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</a:t>
                      </a:r>
                      <a:r>
                        <a:rPr lang="es-E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318341"/>
                  </a:ext>
                </a:extLst>
              </a:tr>
              <a:tr h="91273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Proceso de potabilizacion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Llevar registros de operación.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Historial de operaciones de la planta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</a:t>
                      </a:r>
                      <a:r>
                        <a:rPr lang="es-E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349465"/>
                  </a:ext>
                </a:extLst>
              </a:tr>
              <a:tr h="91273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instalaciones, equipos, registros y muestras de agua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Visitas de  salud publica.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Salud publica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Documentos que certifican el estado de la planta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</a:t>
                      </a:r>
                      <a:r>
                        <a:rPr lang="es-E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tratmiento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comunidad estudiantil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769025"/>
                  </a:ext>
                </a:extLst>
              </a:tr>
              <a:tr h="912736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Empresa externa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Estado de los equipos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Mantenimientos correctivos.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Correcto funcionamiento de instalaciones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de tratamiento de agua potable, </a:t>
                      </a:r>
                      <a:r>
                        <a:rPr lang="es-E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Lider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operativo</a:t>
                      </a:r>
                    </a:p>
                  </a:txBody>
                  <a:tcPr marL="2902" marR="2902" marT="28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669174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D8D01887-323D-4EB8-AC66-351626C81630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1BDDD0-BA75-42AD-8E5D-F54B1993A90E}"/>
              </a:ext>
            </a:extLst>
          </p:cNvPr>
          <p:cNvSpPr txBox="1">
            <a:spLocks/>
          </p:cNvSpPr>
          <p:nvPr/>
        </p:nvSpPr>
        <p:spPr>
          <a:xfrm>
            <a:off x="525136" y="34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CARACTERIZACION</a:t>
            </a:r>
          </a:p>
        </p:txBody>
      </p:sp>
    </p:spTree>
    <p:extLst>
      <p:ext uri="{BB962C8B-B14F-4D97-AF65-F5344CB8AC3E}">
        <p14:creationId xmlns:p14="http://schemas.microsoft.com/office/powerpoint/2010/main" val="2390714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11617-4B04-184E-8809-E7DE4DCB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49" y="2781247"/>
            <a:ext cx="7813901" cy="2402220"/>
          </a:xfrm>
        </p:spPr>
        <p:txBody>
          <a:bodyPr/>
          <a:lstStyle/>
          <a:p>
            <a:pPr algn="r"/>
            <a:r>
              <a:rPr lang="es-CO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839906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Analisis de resultados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25CFB95-85B9-40F5-9886-E9C4AB7B181D}"/>
              </a:ext>
            </a:extLst>
          </p:cNvPr>
          <p:cNvGraphicFramePr>
            <a:graphicFrameLocks noGrp="1"/>
          </p:cNvGraphicFramePr>
          <p:nvPr/>
        </p:nvGraphicFramePr>
        <p:xfrm>
          <a:off x="542926" y="967365"/>
          <a:ext cx="8229601" cy="5576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7754">
                  <a:extLst>
                    <a:ext uri="{9D8B030D-6E8A-4147-A177-3AD203B41FA5}">
                      <a16:colId xmlns:a16="http://schemas.microsoft.com/office/drawing/2014/main" val="3386629011"/>
                    </a:ext>
                  </a:extLst>
                </a:gridCol>
                <a:gridCol w="1415999">
                  <a:extLst>
                    <a:ext uri="{9D8B030D-6E8A-4147-A177-3AD203B41FA5}">
                      <a16:colId xmlns:a16="http://schemas.microsoft.com/office/drawing/2014/main" val="2983495851"/>
                    </a:ext>
                  </a:extLst>
                </a:gridCol>
                <a:gridCol w="1275800">
                  <a:extLst>
                    <a:ext uri="{9D8B030D-6E8A-4147-A177-3AD203B41FA5}">
                      <a16:colId xmlns:a16="http://schemas.microsoft.com/office/drawing/2014/main" val="1164150229"/>
                    </a:ext>
                  </a:extLst>
                </a:gridCol>
                <a:gridCol w="1906692">
                  <a:extLst>
                    <a:ext uri="{9D8B030D-6E8A-4147-A177-3AD203B41FA5}">
                      <a16:colId xmlns:a16="http://schemas.microsoft.com/office/drawing/2014/main" val="851921256"/>
                    </a:ext>
                  </a:extLst>
                </a:gridCol>
                <a:gridCol w="2383356">
                  <a:extLst>
                    <a:ext uri="{9D8B030D-6E8A-4147-A177-3AD203B41FA5}">
                      <a16:colId xmlns:a16="http://schemas.microsoft.com/office/drawing/2014/main" val="1312199049"/>
                    </a:ext>
                  </a:extLst>
                </a:gridCol>
              </a:tblGrid>
              <a:tr h="1857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Criterio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Ley/norma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estado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Descripción del estado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Descripción normatividad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3675598102"/>
                  </a:ext>
                </a:extLst>
              </a:tr>
              <a:tr h="173035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Toma de muestras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Resolución 2115 de 2007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Resolución 0811 de 2008.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Cumple parcialmente 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se encuentran definidos los puntos de toma de muestras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el control microbiológico no se hace con la frecuencia exigida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Resolución 2115 de 2007 exige un mínimo de una muestra mensual de parámetros microbiológicos para poblaciones menores a 2500 personas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Resolución 0811 de 2008 en sus artículos 3 y 4 establece el número de puntos de muestreos exigidos y las condiciones para establecer el punto de muestreo.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2730661723"/>
                  </a:ext>
                </a:extLst>
              </a:tr>
              <a:tr h="700610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Calidad del agua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Resolución 2115 de 2007 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Cumple parcialmente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Altos niveles de cloro residual, nitratos, fosfatos y pH fuera de límites especificados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la resolución establece un nivel de cloro residual de( 0,3 mg/l a 2 mg/l), niveles de fosfatos ( 0,5 mg/l) ph ( 6,5-9) y nitratos (10 mg/l)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3426892527"/>
                  </a:ext>
                </a:extLst>
              </a:tr>
              <a:tr h="700610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Programas de seguridad y salud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Decreto 2105 de 1983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Artículo 576 de la ley 09 de 1979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Cumple parcialmente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se cuenta con una demarcación de seguridad, ni marcaciones de riesgos en algunas máquinas o zonas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El artículo establece las medidas que serán aplicadas en caso del incumplimiento a la normatividad de seguridad y salud pública.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298271121"/>
                  </a:ext>
                </a:extLst>
              </a:tr>
              <a:tr h="872235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Manual de funcionamiento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Titulo C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 Cumple parcialmente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se cuenta con un manual de funcionamientos de los procesos e instalaciones adecuado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El título c del Min vivienda establece que toda planta de agua debe poseer un manual donde se registre el funcionamiento y procesos que lleva a cabo la planta de agua.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1375232206"/>
                  </a:ext>
                </a:extLst>
              </a:tr>
              <a:tr h="1043860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Personal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Titulo C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No cumple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Se cuenta con un solo operario para administrar la planta.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recibe capacitaciones de ningún tipo.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Se debe realizar capacitación técnica, capacitación para situaciones de emergencia, y capacitaciones para la operación de trabajo.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1851300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285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25CFB95-85B9-40F5-9886-E9C4AB7B1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81827"/>
              </p:ext>
            </p:extLst>
          </p:nvPr>
        </p:nvGraphicFramePr>
        <p:xfrm>
          <a:off x="542925" y="967365"/>
          <a:ext cx="8229601" cy="5363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47754">
                  <a:extLst>
                    <a:ext uri="{9D8B030D-6E8A-4147-A177-3AD203B41FA5}">
                      <a16:colId xmlns:a16="http://schemas.microsoft.com/office/drawing/2014/main" val="3386629011"/>
                    </a:ext>
                  </a:extLst>
                </a:gridCol>
                <a:gridCol w="1415999">
                  <a:extLst>
                    <a:ext uri="{9D8B030D-6E8A-4147-A177-3AD203B41FA5}">
                      <a16:colId xmlns:a16="http://schemas.microsoft.com/office/drawing/2014/main" val="2983495851"/>
                    </a:ext>
                  </a:extLst>
                </a:gridCol>
                <a:gridCol w="1275800">
                  <a:extLst>
                    <a:ext uri="{9D8B030D-6E8A-4147-A177-3AD203B41FA5}">
                      <a16:colId xmlns:a16="http://schemas.microsoft.com/office/drawing/2014/main" val="1164150229"/>
                    </a:ext>
                  </a:extLst>
                </a:gridCol>
                <a:gridCol w="1906692">
                  <a:extLst>
                    <a:ext uri="{9D8B030D-6E8A-4147-A177-3AD203B41FA5}">
                      <a16:colId xmlns:a16="http://schemas.microsoft.com/office/drawing/2014/main" val="851921256"/>
                    </a:ext>
                  </a:extLst>
                </a:gridCol>
                <a:gridCol w="2383356">
                  <a:extLst>
                    <a:ext uri="{9D8B030D-6E8A-4147-A177-3AD203B41FA5}">
                      <a16:colId xmlns:a16="http://schemas.microsoft.com/office/drawing/2014/main" val="1312199049"/>
                    </a:ext>
                  </a:extLst>
                </a:gridCol>
              </a:tblGrid>
              <a:tr h="11066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Criterio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Ley/norma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estado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Descripción del estado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>
                          <a:effectLst/>
                        </a:rPr>
                        <a:t>Descripción normatividad</a:t>
                      </a:r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3675598102"/>
                  </a:ext>
                </a:extLst>
              </a:tr>
              <a:tr h="52171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Insumos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Titulo C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No cumple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se cuentan con elementos para medir los parámetros fisicoquímicos del agua.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Medidor de cloro y pH obsoleto.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El título c establece las características que deben tener los instrumentos de medición.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Se establece que debe tener inventario de las entradas y salidas de los recursos usados en la planta.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1173978883"/>
                  </a:ext>
                </a:extLst>
              </a:tr>
              <a:tr h="36361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Programas de mantenimiento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Titulo C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Cumple parcialmente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No se tiene un programa de mantenimiento preventivo, se hace mantenimiento correctivo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Se debe contar con un manual de mantenimientos, además de implementar mantenimiento preventivo y predictivo a las maquinas.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3594019315"/>
                  </a:ext>
                </a:extLst>
              </a:tr>
              <a:tr h="1217332"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Equipos e infraestructura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CO" sz="1200" b="0">
                          <a:effectLst/>
                        </a:rPr>
                        <a:t>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O" sz="1200" b="0">
                          <a:effectLst/>
                        </a:rPr>
                        <a:t> Cumple parcialmente </a:t>
                      </a:r>
                      <a:endParaRPr lang="es-CO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Se tiene un sistema de suministro de cloro manual y un tanque sin adecuar.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Sistema de distribución de agua obsoleto (presostatos e hidroflow).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Taponamiento de la manguera de suministro de cloro.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Daños en tuberías.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Falta de planos de las tuberías internas. 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Cortocircuitos por presencia de animales </a:t>
                      </a:r>
                    </a:p>
                    <a:p>
                      <a:pPr algn="l" rtl="0" fontAlgn="base"/>
                      <a:r>
                        <a:rPr lang="es-ES" sz="1200" b="0">
                          <a:effectLst/>
                        </a:rPr>
                        <a:t>Suministro de agua a fuentes sanitarias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Se debe contar con equipos actualizados para efectuar los procesos de la planta para tener mejor control de los parámetros del agua.  </a:t>
                      </a:r>
                    </a:p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 </a:t>
                      </a:r>
                    </a:p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Se debe disponer del plano de la red de tuberías. </a:t>
                      </a:r>
                    </a:p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 </a:t>
                      </a:r>
                    </a:p>
                    <a:p>
                      <a:pPr algn="just" rtl="0" fontAlgn="base"/>
                      <a:r>
                        <a:rPr lang="es-ES" sz="1200" b="0">
                          <a:effectLst/>
                        </a:rPr>
                        <a:t>Se debe contar con un sistema de red de distribución de agua potable exclusivo para las fuentes que son utilizadas para el consumo humano.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36" marR="15036" marT="7518" marB="7518"/>
                </a:tc>
                <a:extLst>
                  <a:ext uri="{0D108BD9-81ED-4DB2-BD59-A6C34878D82A}">
                    <a16:rowId xmlns:a16="http://schemas.microsoft.com/office/drawing/2014/main" val="3159477886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153060BF-1941-492C-B97D-0AF521E06268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Analisis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624556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Propuestas de mejora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8225E545-AE9D-4C50-87E1-74E0643E9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7" y="1643640"/>
            <a:ext cx="1901825" cy="276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B2DA843-4962-48E5-854A-8F7AC4635BE2}"/>
              </a:ext>
            </a:extLst>
          </p:cNvPr>
          <p:cNvSpPr txBox="1"/>
          <p:nvPr/>
        </p:nvSpPr>
        <p:spPr>
          <a:xfrm>
            <a:off x="23811" y="5588480"/>
            <a:ext cx="4572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 fontAlgn="base"/>
            <a:r>
              <a:rPr lang="es-CO" sz="1800" b="1" i="0">
                <a:effectLst/>
                <a:latin typeface="Calibri"/>
                <a:cs typeface="Calibri"/>
              </a:rPr>
              <a:t>$1.220.887,50 - </a:t>
            </a:r>
            <a:r>
              <a:rPr lang="es-CO" sz="1800" b="1" i="0">
                <a:effectLst/>
                <a:ea typeface="+mn-lt"/>
                <a:cs typeface="+mn-lt"/>
              </a:rPr>
              <a:t>$</a:t>
            </a:r>
            <a:r>
              <a:rPr lang="es-CO" b="1">
                <a:ea typeface="+mn-lt"/>
                <a:cs typeface="+mn-lt"/>
              </a:rPr>
              <a:t>3.597.242,11</a:t>
            </a:r>
            <a:r>
              <a:rPr lang="es-CO">
                <a:ea typeface="+mn-lt"/>
                <a:cs typeface="+mn-lt"/>
              </a:rPr>
              <a:t> </a:t>
            </a:r>
            <a:r>
              <a:rPr lang="es-CO" sz="1800" b="0" i="0">
                <a:effectLst/>
                <a:latin typeface="Calibri"/>
                <a:cs typeface="Calibri"/>
              </a:rPr>
              <a:t> </a:t>
            </a:r>
            <a:endParaRPr lang="es-CO" sz="3600" b="0" i="0">
              <a:effectLst/>
              <a:latin typeface="Calibri"/>
              <a:cs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C37139-9EEF-4FDA-8264-9E48541954FD}"/>
              </a:ext>
            </a:extLst>
          </p:cNvPr>
          <p:cNvSpPr txBox="1"/>
          <p:nvPr/>
        </p:nvSpPr>
        <p:spPr>
          <a:xfrm>
            <a:off x="661986" y="4411220"/>
            <a:ext cx="3248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s-CO" sz="180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Bomba dosificadora de cloro automática para tratamiento de agua, larga vida, 220v /380v </a:t>
            </a:r>
            <a:endParaRPr lang="es-CO" sz="400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1B75C9-9B00-4803-8D37-C36868D72846}"/>
              </a:ext>
            </a:extLst>
          </p:cNvPr>
          <p:cNvSpPr txBox="1"/>
          <p:nvPr/>
        </p:nvSpPr>
        <p:spPr>
          <a:xfrm>
            <a:off x="661986" y="1269520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del proceso de cloración</a:t>
            </a:r>
            <a:endParaRPr lang="es-CO" sz="4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6901096-903C-46AB-8A91-6CF4E41D0837}"/>
              </a:ext>
            </a:extLst>
          </p:cNvPr>
          <p:cNvSpPr txBox="1"/>
          <p:nvPr/>
        </p:nvSpPr>
        <p:spPr>
          <a:xfrm>
            <a:off x="5233991" y="1320474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del proceso de distribución de agua</a:t>
            </a:r>
            <a:endParaRPr lang="es-CO" sz="4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2025BB4A-E550-4DD4-9667-2AC0A9AC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864" y="2005013"/>
            <a:ext cx="2152277" cy="215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B391D16-137E-4857-9FA2-EFC70B99C5AB}"/>
              </a:ext>
            </a:extLst>
          </p:cNvPr>
          <p:cNvSpPr txBox="1"/>
          <p:nvPr/>
        </p:nvSpPr>
        <p:spPr>
          <a:xfrm>
            <a:off x="5358985" y="4469228"/>
            <a:ext cx="2998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Variador de Velocidad Para Bombas EVANS 3HP </a:t>
            </a:r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DE8CA3-9575-4350-BCBF-BC72515055D9}"/>
              </a:ext>
            </a:extLst>
          </p:cNvPr>
          <p:cNvSpPr txBox="1"/>
          <p:nvPr/>
        </p:nvSpPr>
        <p:spPr>
          <a:xfrm>
            <a:off x="4548189" y="5588480"/>
            <a:ext cx="4572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/>
            <a:r>
              <a:rPr lang="es-CO" sz="1800" b="1" i="0">
                <a:effectLst/>
                <a:ea typeface="+mn-lt"/>
                <a:cs typeface="+mn-lt"/>
              </a:rPr>
              <a:t>$</a:t>
            </a:r>
            <a:r>
              <a:rPr lang="es-CO" b="1">
                <a:ea typeface="+mn-lt"/>
                <a:cs typeface="+mn-lt"/>
              </a:rPr>
              <a:t>1.078.394-</a:t>
            </a:r>
            <a:r>
              <a:rPr lang="es-CO" b="1">
                <a:solidFill>
                  <a:srgbClr val="000000"/>
                </a:solidFill>
                <a:latin typeface="Times New Roman"/>
                <a:cs typeface="Times New Roman"/>
              </a:rPr>
              <a:t>$2.117.000</a:t>
            </a:r>
            <a:r>
              <a:rPr lang="es-CO" sz="18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 </a:t>
            </a:r>
            <a:endParaRPr lang="es-CO" sz="3600" b="0" i="0"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7973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Propuestas de mejora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2DA843-4962-48E5-854A-8F7AC4635BE2}"/>
              </a:ext>
            </a:extLst>
          </p:cNvPr>
          <p:cNvSpPr txBox="1"/>
          <p:nvPr/>
        </p:nvSpPr>
        <p:spPr>
          <a:xfrm>
            <a:off x="23811" y="5588480"/>
            <a:ext cx="4572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/>
            <a:r>
              <a:rPr lang="es-CO" sz="1800" b="1" i="0">
                <a:effectLst/>
                <a:ea typeface="+mn-lt"/>
                <a:cs typeface="+mn-lt"/>
              </a:rPr>
              <a:t>$</a:t>
            </a:r>
            <a:r>
              <a:rPr lang="es-CO" b="1">
                <a:ea typeface="+mn-lt"/>
                <a:cs typeface="+mn-lt"/>
              </a:rPr>
              <a:t>233.006,76</a:t>
            </a:r>
            <a:r>
              <a:rPr lang="es-CO">
                <a:ea typeface="+mn-lt"/>
                <a:cs typeface="+mn-lt"/>
              </a:rPr>
              <a:t> -</a:t>
            </a:r>
            <a:r>
              <a:rPr lang="es-CO" b="1">
                <a:latin typeface="Calibri"/>
                <a:cs typeface="Calibri"/>
              </a:rPr>
              <a:t>$</a:t>
            </a:r>
            <a:r>
              <a:rPr lang="es-CO" sz="1800" b="1" i="0">
                <a:effectLst/>
                <a:latin typeface="Calibri"/>
                <a:cs typeface="Calibri"/>
              </a:rPr>
              <a:t>3.162.900</a:t>
            </a:r>
            <a:endParaRPr lang="es-CO" sz="3600" b="0" i="0">
              <a:effectLst/>
              <a:latin typeface="Calibri"/>
              <a:cs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C37139-9EEF-4FDA-8264-9E48541954FD}"/>
              </a:ext>
            </a:extLst>
          </p:cNvPr>
          <p:cNvSpPr txBox="1"/>
          <p:nvPr/>
        </p:nvSpPr>
        <p:spPr>
          <a:xfrm>
            <a:off x="679239" y="4411220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Controlador De </a:t>
            </a:r>
            <a:r>
              <a:rPr lang="es-ES" sz="1800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sz="1800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Bluelab</a:t>
            </a:r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 Plantas Con Monitorización </a:t>
            </a:r>
            <a:endParaRPr lang="es-CO" sz="400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1B75C9-9B00-4803-8D37-C36868D72846}"/>
              </a:ext>
            </a:extLst>
          </p:cNvPr>
          <p:cNvSpPr txBox="1"/>
          <p:nvPr/>
        </p:nvSpPr>
        <p:spPr>
          <a:xfrm>
            <a:off x="661986" y="1269520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del proceso de toma de muestras</a:t>
            </a:r>
            <a:endParaRPr lang="es-CO" sz="4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391D16-137E-4857-9FA2-EFC70B99C5AB}"/>
              </a:ext>
            </a:extLst>
          </p:cNvPr>
          <p:cNvSpPr txBox="1"/>
          <p:nvPr/>
        </p:nvSpPr>
        <p:spPr>
          <a:xfrm>
            <a:off x="5358985" y="4469228"/>
            <a:ext cx="29980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Medidor Turbidez Del Agua Rango De Medición: 0-200 </a:t>
            </a:r>
            <a:r>
              <a:rPr lang="es-ES" sz="1800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Ntu</a:t>
            </a:r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DE8CA3-9575-4350-BCBF-BC72515055D9}"/>
              </a:ext>
            </a:extLst>
          </p:cNvPr>
          <p:cNvSpPr txBox="1"/>
          <p:nvPr/>
        </p:nvSpPr>
        <p:spPr>
          <a:xfrm>
            <a:off x="4548189" y="558848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 rtl="0" fontAlgn="base"/>
            <a:r>
              <a:rPr lang="es-CO" sz="18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$2.237.111</a:t>
            </a:r>
            <a:r>
              <a:rPr lang="es-CO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sz="3600" b="0" i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F6FD50-D92D-4315-9BA1-FF77A6AF6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16" y="2137335"/>
            <a:ext cx="2037377" cy="182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0E9439D-6167-460B-A340-723E11263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018" y="2167514"/>
            <a:ext cx="2667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C02C7DE-2B03-47F8-8DE0-D690AC8155B8}"/>
              </a:ext>
            </a:extLst>
          </p:cNvPr>
          <p:cNvSpPr txBox="1"/>
          <p:nvPr/>
        </p:nvSpPr>
        <p:spPr>
          <a:xfrm>
            <a:off x="5352060" y="1265374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del proceso de toma de muestras</a:t>
            </a:r>
            <a:endParaRPr lang="es-CO" sz="4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755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Propuestas de mejora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B391D16-137E-4857-9FA2-EFC70B99C5AB}"/>
              </a:ext>
            </a:extLst>
          </p:cNvPr>
          <p:cNvSpPr txBox="1"/>
          <p:nvPr/>
        </p:nvSpPr>
        <p:spPr>
          <a:xfrm>
            <a:off x="3158708" y="4498507"/>
            <a:ext cx="29980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Medidor De Flujo De Agua Digital </a:t>
            </a:r>
            <a:r>
              <a:rPr lang="es-ES" sz="1800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Rainwave</a:t>
            </a:r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Rw-9fm </a:t>
            </a:r>
            <a:r>
              <a:rPr lang="es-ES" sz="1800" i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es-ES" sz="180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DE8CA3-9575-4350-BCBF-BC72515055D9}"/>
              </a:ext>
            </a:extLst>
          </p:cNvPr>
          <p:cNvSpPr txBox="1"/>
          <p:nvPr/>
        </p:nvSpPr>
        <p:spPr>
          <a:xfrm>
            <a:off x="2286000" y="558848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 rtl="0" fontAlgn="base"/>
            <a:r>
              <a:rPr lang="es-CO" sz="18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$128.990</a:t>
            </a:r>
            <a:r>
              <a:rPr lang="es-CO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s-CO" sz="3600" b="0" i="0">
              <a:effectLst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62BF12F-9123-474D-951A-DAB92AD8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718" y="2317693"/>
            <a:ext cx="1612014" cy="206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601B2E0-A2FC-4CD2-ADF9-CAF2665B5F69}"/>
              </a:ext>
            </a:extLst>
          </p:cNvPr>
          <p:cNvSpPr txBox="1"/>
          <p:nvPr/>
        </p:nvSpPr>
        <p:spPr>
          <a:xfrm>
            <a:off x="2924176" y="1230978"/>
            <a:ext cx="3248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Mejora del proceso de toma de muestras</a:t>
            </a:r>
            <a:endParaRPr lang="es-CO" sz="40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886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Propuestas de mejora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DE8CA3-9575-4350-BCBF-BC72515055D9}"/>
              </a:ext>
            </a:extLst>
          </p:cNvPr>
          <p:cNvSpPr txBox="1"/>
          <p:nvPr/>
        </p:nvSpPr>
        <p:spPr>
          <a:xfrm>
            <a:off x="2286000" y="5588480"/>
            <a:ext cx="4572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/>
            <a:r>
              <a:rPr lang="es-CO" sz="1800" b="1" i="0">
                <a:effectLst/>
                <a:latin typeface="Calibri" panose="020F0502020204030204" pitchFamily="34" charset="0"/>
              </a:rPr>
              <a:t>Rango de precio</a:t>
            </a:r>
          </a:p>
          <a:p>
            <a:pPr algn="ctr"/>
            <a:r>
              <a:rPr lang="es-CO" sz="1800" i="0">
                <a:effectLst/>
                <a:ea typeface="+mn-lt"/>
                <a:cs typeface="+mn-lt"/>
              </a:rPr>
              <a:t>$</a:t>
            </a:r>
            <a:r>
              <a:rPr lang="es-CO">
                <a:ea typeface="+mn-lt"/>
                <a:cs typeface="+mn-lt"/>
              </a:rPr>
              <a:t>840.000 </a:t>
            </a:r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D5644F-7976-4C6A-AB35-2D77E3B395E1}"/>
              </a:ext>
            </a:extLst>
          </p:cNvPr>
          <p:cNvSpPr txBox="1"/>
          <p:nvPr/>
        </p:nvSpPr>
        <p:spPr>
          <a:xfrm>
            <a:off x="777943" y="1276985"/>
            <a:ext cx="7235916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>
                <a:latin typeface="Times New Roman"/>
                <a:cs typeface="Times New Roman"/>
              </a:rPr>
              <a:t>Capacitación</a:t>
            </a:r>
            <a:r>
              <a:rPr lang="en-US" sz="2000">
                <a:latin typeface="Times New Roman"/>
                <a:cs typeface="Times New Roman"/>
              </a:rPr>
              <a:t> del personal </a:t>
            </a:r>
            <a:r>
              <a:rPr lang="en-US" sz="2000" err="1">
                <a:latin typeface="Times New Roman"/>
                <a:cs typeface="Times New Roman"/>
              </a:rPr>
              <a:t>en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temas</a:t>
            </a:r>
            <a:r>
              <a:rPr lang="en-US" sz="2000">
                <a:latin typeface="Times New Roman"/>
                <a:cs typeface="Times New Roman"/>
              </a:rPr>
              <a:t> de: </a:t>
            </a:r>
            <a:br>
              <a:rPr lang="en-US" sz="2000">
                <a:latin typeface="Times New Roman"/>
                <a:cs typeface="Times New Roman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Times New Roman"/>
                <a:cs typeface="Times New Roman"/>
              </a:rPr>
              <a:t>Sedimentación</a:t>
            </a:r>
            <a:r>
              <a:rPr lang="en-US" sz="2000">
                <a:latin typeface="Times New Roman"/>
                <a:cs typeface="Times New Roman"/>
              </a:rPr>
              <a:t>/</a:t>
            </a:r>
            <a:r>
              <a:rPr lang="en-US" sz="2000" err="1">
                <a:latin typeface="Times New Roman"/>
                <a:cs typeface="Times New Roman"/>
              </a:rPr>
              <a:t>Operación</a:t>
            </a:r>
            <a:r>
              <a:rPr lang="en-US" sz="2000">
                <a:latin typeface="Times New Roman"/>
                <a:cs typeface="Times New Roman"/>
              </a:rPr>
              <a:t> y </a:t>
            </a:r>
            <a:r>
              <a:rPr lang="en-US" sz="2000" err="1">
                <a:latin typeface="Times New Roman"/>
                <a:cs typeface="Times New Roman"/>
              </a:rPr>
              <a:t>mantenimiento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sedimentadores</a:t>
            </a:r>
            <a:r>
              <a:rPr lang="en-US" sz="2000">
                <a:latin typeface="Times New Roman"/>
                <a:cs typeface="Times New Roman"/>
              </a:rPr>
              <a:t>.</a:t>
            </a:r>
            <a:br>
              <a:rPr lang="en-US" sz="2000">
                <a:latin typeface="Times New Roman"/>
                <a:cs typeface="Times New Roman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Times New Roman"/>
                <a:cs typeface="Times New Roman"/>
              </a:rPr>
              <a:t>Filtración</a:t>
            </a:r>
            <a:r>
              <a:rPr lang="en-US" sz="2000">
                <a:latin typeface="Times New Roman"/>
                <a:cs typeface="Times New Roman"/>
              </a:rPr>
              <a:t>/ </a:t>
            </a:r>
            <a:r>
              <a:rPr lang="en-US" sz="2000" err="1">
                <a:latin typeface="Times New Roman"/>
                <a:cs typeface="Times New Roman"/>
              </a:rPr>
              <a:t>Operación</a:t>
            </a:r>
            <a:r>
              <a:rPr lang="en-US" sz="2000">
                <a:latin typeface="Times New Roman"/>
                <a:cs typeface="Times New Roman"/>
              </a:rPr>
              <a:t> y </a:t>
            </a:r>
            <a:r>
              <a:rPr lang="en-US" sz="2000" err="1">
                <a:latin typeface="Times New Roman"/>
                <a:cs typeface="Times New Roman"/>
              </a:rPr>
              <a:t>mantenimiento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filtros</a:t>
            </a:r>
            <a:r>
              <a:rPr lang="en-US" sz="2000">
                <a:latin typeface="Times New Roman"/>
                <a:cs typeface="Times New Roman"/>
              </a:rPr>
              <a:t>.</a:t>
            </a:r>
            <a:br>
              <a:rPr lang="en-US" sz="2000">
                <a:latin typeface="Times New Roman"/>
                <a:cs typeface="Times New Roman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Reacciones del </a:t>
            </a:r>
            <a:r>
              <a:rPr lang="en-US" sz="2000" err="1">
                <a:latin typeface="Times New Roman"/>
                <a:cs typeface="Times New Roman"/>
              </a:rPr>
              <a:t>cloro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en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el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agua</a:t>
            </a:r>
            <a:r>
              <a:rPr lang="en-US" sz="2000">
                <a:latin typeface="Times New Roman"/>
                <a:cs typeface="Times New Roman"/>
              </a:rPr>
              <a:t> y </a:t>
            </a:r>
            <a:r>
              <a:rPr lang="en-US" sz="2000" err="1">
                <a:latin typeface="Times New Roman"/>
                <a:cs typeface="Times New Roman"/>
              </a:rPr>
              <a:t>demanda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cloro</a:t>
            </a:r>
            <a:r>
              <a:rPr lang="en-US" sz="2000">
                <a:latin typeface="Times New Roman"/>
                <a:cs typeface="Times New Roman"/>
              </a:rPr>
              <a:t>.  </a:t>
            </a:r>
            <a:br>
              <a:rPr lang="en-US" sz="2000">
                <a:latin typeface="Times New Roman"/>
                <a:cs typeface="Times New Roman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Times New Roman"/>
                <a:cs typeface="Times New Roman"/>
              </a:rPr>
              <a:t>Aspectos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normatividad</a:t>
            </a:r>
            <a:r>
              <a:rPr lang="en-US" sz="2000">
                <a:latin typeface="Times New Roman"/>
                <a:cs typeface="Times New Roman"/>
              </a:rPr>
              <a:t> – </a:t>
            </a:r>
            <a:r>
              <a:rPr lang="en-US" sz="2000" err="1">
                <a:latin typeface="Times New Roman"/>
                <a:cs typeface="Times New Roman"/>
              </a:rPr>
              <a:t>calidad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agua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en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sistema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distribución</a:t>
            </a:r>
            <a:r>
              <a:rPr lang="en-US" sz="2000">
                <a:latin typeface="Times New Roman"/>
                <a:cs typeface="Times New Roman"/>
              </a:rPr>
              <a:t> y planes de </a:t>
            </a:r>
            <a:r>
              <a:rPr lang="en-US" sz="2000" err="1">
                <a:latin typeface="Times New Roman"/>
                <a:cs typeface="Times New Roman"/>
              </a:rPr>
              <a:t>seguridad</a:t>
            </a:r>
            <a:r>
              <a:rPr lang="en-US" sz="2000">
                <a:latin typeface="Times New Roman"/>
                <a:cs typeface="Times New Roman"/>
              </a:rPr>
              <a:t> del </a:t>
            </a:r>
            <a:r>
              <a:rPr lang="en-US" sz="2000" err="1">
                <a:latin typeface="Times New Roman"/>
                <a:cs typeface="Times New Roman"/>
              </a:rPr>
              <a:t>agua</a:t>
            </a:r>
            <a:r>
              <a:rPr lang="en-US" sz="2000">
                <a:latin typeface="Times New Roman"/>
                <a:cs typeface="Times New Roman"/>
              </a:rPr>
              <a:t>.</a:t>
            </a:r>
            <a:br>
              <a:rPr lang="en-US" sz="2000">
                <a:latin typeface="Times New Roman"/>
                <a:cs typeface="Times New Roman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err="1">
                <a:latin typeface="Times New Roman"/>
                <a:cs typeface="Times New Roman"/>
              </a:rPr>
              <a:t>Inspección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err="1">
                <a:latin typeface="Times New Roman"/>
                <a:cs typeface="Times New Roman"/>
              </a:rPr>
              <a:t>Vigilancia</a:t>
            </a:r>
            <a:r>
              <a:rPr lang="en-US" sz="2000">
                <a:latin typeface="Times New Roman"/>
                <a:cs typeface="Times New Roman"/>
              </a:rPr>
              <a:t> y Control </a:t>
            </a:r>
            <a:r>
              <a:rPr lang="en-US" sz="2000" err="1">
                <a:latin typeface="Times New Roman"/>
                <a:cs typeface="Times New Roman"/>
              </a:rPr>
              <a:t>en</a:t>
            </a:r>
            <a:r>
              <a:rPr lang="en-US" sz="2000">
                <a:latin typeface="Times New Roman"/>
                <a:cs typeface="Times New Roman"/>
              </a:rPr>
              <a:t> </a:t>
            </a:r>
            <a:r>
              <a:rPr lang="en-US" sz="2000" err="1">
                <a:latin typeface="Times New Roman"/>
                <a:cs typeface="Times New Roman"/>
              </a:rPr>
              <a:t>Plantas</a:t>
            </a:r>
            <a:r>
              <a:rPr lang="en-US" sz="2000">
                <a:latin typeface="Times New Roman"/>
                <a:cs typeface="Times New Roman"/>
              </a:rPr>
              <a:t> de </a:t>
            </a:r>
            <a:r>
              <a:rPr lang="en-US" sz="2000" err="1">
                <a:latin typeface="Times New Roman"/>
                <a:cs typeface="Times New Roman"/>
              </a:rPr>
              <a:t>Tratamiento</a:t>
            </a:r>
            <a:r>
              <a:rPr lang="en-US" sz="2000">
                <a:latin typeface="Times New Roman"/>
                <a:cs typeface="Times New Roman"/>
              </a:rPr>
              <a:t> de Agua Potable.</a:t>
            </a:r>
          </a:p>
        </p:txBody>
      </p:sp>
    </p:spTree>
    <p:extLst>
      <p:ext uri="{BB962C8B-B14F-4D97-AF65-F5344CB8AC3E}">
        <p14:creationId xmlns:p14="http://schemas.microsoft.com/office/powerpoint/2010/main" val="2459600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AA8541D-4C18-43C3-920C-D31CA0D65A1D}"/>
              </a:ext>
            </a:extLst>
          </p:cNvPr>
          <p:cNvSpPr txBox="1">
            <a:spLocks/>
          </p:cNvSpPr>
          <p:nvPr/>
        </p:nvSpPr>
        <p:spPr>
          <a:xfrm>
            <a:off x="542925" y="-2323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/>
              <a:t>Propuestas de mejora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C07F3C-729A-41FD-87CA-590D294A4AED}"/>
              </a:ext>
            </a:extLst>
          </p:cNvPr>
          <p:cNvSpPr txBox="1"/>
          <p:nvPr/>
        </p:nvSpPr>
        <p:spPr>
          <a:xfrm>
            <a:off x="542925" y="1917357"/>
            <a:ext cx="8230016" cy="22929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CO" sz="2200" b="1">
                <a:effectLst/>
                <a:latin typeface="Times New Roman"/>
                <a:cs typeface="Times New Roman"/>
              </a:rPr>
              <a:t>Programas de seguridad</a:t>
            </a:r>
            <a:r>
              <a:rPr lang="es-CO" sz="2200" b="1">
                <a:latin typeface="Times New Roman"/>
                <a:cs typeface="Times New Roman"/>
              </a:rPr>
              <a:t> </a:t>
            </a:r>
            <a:endParaRPr lang="es-CO" sz="2200" b="1">
              <a:effectLst/>
              <a:latin typeface="Times New Roman" panose="02020603050405020304" pitchFamily="18" charset="0"/>
            </a:endParaRPr>
          </a:p>
          <a:p>
            <a:r>
              <a:rPr lang="es-CO" sz="220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Realizar las demarcaciones pertinentes a cada espacio de la planta y diseñar un instructivo con las reglas de seguridad y procedimientos de atención de emergencias. Realizar simulacros donde se simulen situaciones de emergencia que podrían ocurrir dentro de una planta y su método de atención oportuna</a:t>
            </a:r>
            <a:r>
              <a:rPr lang="es-CO" sz="2200">
                <a:latin typeface="Times New Roman"/>
                <a:ea typeface="Times New Roman" panose="02020603050405020304" pitchFamily="18" charset="0"/>
                <a:cs typeface="Times New Roman"/>
              </a:rPr>
              <a:t>.</a:t>
            </a:r>
            <a:endParaRPr lang="es-CO" sz="2200"/>
          </a:p>
        </p:txBody>
      </p:sp>
    </p:spTree>
    <p:extLst>
      <p:ext uri="{BB962C8B-B14F-4D97-AF65-F5344CB8AC3E}">
        <p14:creationId xmlns:p14="http://schemas.microsoft.com/office/powerpoint/2010/main" val="2992347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2A2BE28-BEDC-4AC1-B0F9-00345EBA4C22}"/>
              </a:ext>
            </a:extLst>
          </p:cNvPr>
          <p:cNvSpPr txBox="1">
            <a:spLocks/>
          </p:cNvSpPr>
          <p:nvPr/>
        </p:nvSpPr>
        <p:spPr>
          <a:xfrm>
            <a:off x="609600" y="2053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 spc="-150">
                <a:solidFill>
                  <a:srgbClr val="00529C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ES">
                <a:solidFill>
                  <a:schemeClr val="bg1"/>
                </a:solidFill>
              </a:rPr>
              <a:t>Tabla de costos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6962B232-4C65-496E-8AE4-AABDA576B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81392"/>
              </p:ext>
            </p:extLst>
          </p:nvPr>
        </p:nvGraphicFramePr>
        <p:xfrm>
          <a:off x="1139687" y="1348368"/>
          <a:ext cx="7500733" cy="4707874"/>
        </p:xfrm>
        <a:graphic>
          <a:graphicData uri="http://schemas.openxmlformats.org/drawingml/2006/table">
            <a:tbl>
              <a:tblPr lastRow="1">
                <a:tableStyleId>{8EC20E35-A176-4012-BC5E-935CFFF8708E}</a:tableStyleId>
              </a:tblPr>
              <a:tblGrid>
                <a:gridCol w="3551583">
                  <a:extLst>
                    <a:ext uri="{9D8B030D-6E8A-4147-A177-3AD203B41FA5}">
                      <a16:colId xmlns:a16="http://schemas.microsoft.com/office/drawing/2014/main" val="3066437327"/>
                    </a:ext>
                  </a:extLst>
                </a:gridCol>
                <a:gridCol w="1537252">
                  <a:extLst>
                    <a:ext uri="{9D8B030D-6E8A-4147-A177-3AD203B41FA5}">
                      <a16:colId xmlns:a16="http://schemas.microsoft.com/office/drawing/2014/main" val="1063022019"/>
                    </a:ext>
                  </a:extLst>
                </a:gridCol>
                <a:gridCol w="1264374">
                  <a:extLst>
                    <a:ext uri="{9D8B030D-6E8A-4147-A177-3AD203B41FA5}">
                      <a16:colId xmlns:a16="http://schemas.microsoft.com/office/drawing/2014/main" val="1053058920"/>
                    </a:ext>
                  </a:extLst>
                </a:gridCol>
                <a:gridCol w="1097626">
                  <a:extLst>
                    <a:ext uri="{9D8B030D-6E8A-4147-A177-3AD203B41FA5}">
                      <a16:colId xmlns:a16="http://schemas.microsoft.com/office/drawing/2014/main" val="4044178652"/>
                    </a:ext>
                  </a:extLst>
                </a:gridCol>
                <a:gridCol w="49898">
                  <a:extLst>
                    <a:ext uri="{9D8B030D-6E8A-4147-A177-3AD203B41FA5}">
                      <a16:colId xmlns:a16="http://schemas.microsoft.com/office/drawing/2014/main" val="2362548010"/>
                    </a:ext>
                  </a:extLst>
                </a:gridCol>
              </a:tblGrid>
              <a:tr h="3967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Concepto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Costo min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Costo max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Costo Prom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 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2479429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Bomba dosificadora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$1.171.346,67</a:t>
                      </a:r>
                      <a:endParaRPr lang="es-CO"/>
                    </a:p>
                  </a:txBody>
                  <a:tcPr marL="24498" marR="24498" marT="24498" marB="2449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$3.597.242,11</a:t>
                      </a:r>
                      <a:endParaRPr lang="es-CO"/>
                    </a:p>
                  </a:txBody>
                  <a:tcPr marL="24498" marR="24498" marT="24498" marB="2449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$ 2.384.294,39</a:t>
                      </a:r>
                      <a:endParaRPr lang="es-CO"/>
                    </a:p>
                  </a:txBody>
                  <a:tcPr marL="24498" marR="24498" marT="24498" marB="2449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425309"/>
                  </a:ext>
                </a:extLst>
              </a:tr>
              <a:tr h="5280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Variador de velocidad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$ 2.043.300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$ 4.716.238,35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$ 3.379.769,19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108766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Medidor de pH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$233.006,76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$3.162.900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$ 1.697.953,38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345677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Medidor de Turbidez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$2.237.111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$2.237.111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$ 2.237.111,00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411299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Medidor de flujo de agua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$128.990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$128.990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$ 128.990,00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453850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Curso de operación y mantenimiento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$840.000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$840.000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$ 840.000,00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219812"/>
                  </a:ext>
                </a:extLst>
              </a:tr>
              <a:tr h="366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Impermeabilizar tanque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$1.501.168,5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$1.501.168,5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$1.501.168,5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365065"/>
                  </a:ext>
                </a:extLst>
              </a:tr>
              <a:tr h="5280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Manual de funciones y procedimientos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$2.600.000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$ 2.600.000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$ 2.600.000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620876"/>
                  </a:ext>
                </a:extLst>
              </a:tr>
              <a:tr h="52806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Manual de mantenimiento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$ 1.800.000</a:t>
                      </a:r>
                      <a:endParaRPr lang="es-CO"/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$ 1.800.000</a:t>
                      </a:r>
                      <a:endParaRPr lang="es-CO"/>
                    </a:p>
                  </a:txBody>
                  <a:tcPr marL="24498" marR="24498" marT="24498" marB="24498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$ 1.800.000</a:t>
                      </a:r>
                      <a:endParaRPr lang="es-CO"/>
                    </a:p>
                  </a:txBody>
                  <a:tcPr marL="24498" marR="24498" marT="24498" marB="24498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54539"/>
                  </a:ext>
                </a:extLst>
              </a:tr>
              <a:tr h="5280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CO" sz="1200">
                          <a:effectLst/>
                        </a:rPr>
                        <a:t>Total</a:t>
                      </a:r>
                      <a:endParaRPr lang="es-CO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4498" marR="24498" marT="24498" marB="24498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$ 12.554.923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$ 20.583.650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 gridSpan="2">
                  <a:txBody>
                    <a:bodyPr/>
                    <a:lstStyle/>
                    <a:p>
                      <a:r>
                        <a:rPr lang="es-CO" sz="1200">
                          <a:effectLst/>
                        </a:rPr>
                        <a:t>$ 16.569.286,46</a:t>
                      </a:r>
                      <a:endParaRPr lang="es-CO"/>
                    </a:p>
                  </a:txBody>
                  <a:tcPr marL="24498" marR="24498" marT="24498" marB="24498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34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62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7FC84-73C4-43EB-8646-295CDC2F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Beneficios </a:t>
            </a:r>
          </a:p>
        </p:txBody>
      </p:sp>
      <p:graphicFrame>
        <p:nvGraphicFramePr>
          <p:cNvPr id="11" name="Marcador de contenido 10">
            <a:extLst>
              <a:ext uri="{FF2B5EF4-FFF2-40B4-BE49-F238E27FC236}">
                <a16:creationId xmlns:a16="http://schemas.microsoft.com/office/drawing/2014/main" id="{475870A7-CA40-40BB-83E5-75DE4EBF9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925235"/>
              </p:ext>
            </p:extLst>
          </p:nvPr>
        </p:nvGraphicFramePr>
        <p:xfrm>
          <a:off x="1444485" y="3760306"/>
          <a:ext cx="6546574" cy="2319130"/>
        </p:xfrm>
        <a:graphic>
          <a:graphicData uri="http://schemas.openxmlformats.org/drawingml/2006/table">
            <a:tbl>
              <a:tblPr firstRow="1" firstCol="1" lastRow="1" bandRow="1"/>
              <a:tblGrid>
                <a:gridCol w="3273287">
                  <a:extLst>
                    <a:ext uri="{9D8B030D-6E8A-4147-A177-3AD203B41FA5}">
                      <a16:colId xmlns:a16="http://schemas.microsoft.com/office/drawing/2014/main" val="1870678715"/>
                    </a:ext>
                  </a:extLst>
                </a:gridCol>
                <a:gridCol w="3273287">
                  <a:extLst>
                    <a:ext uri="{9D8B030D-6E8A-4147-A177-3AD203B41FA5}">
                      <a16:colId xmlns:a16="http://schemas.microsoft.com/office/drawing/2014/main" val="3344334654"/>
                    </a:ext>
                  </a:extLst>
                </a:gridCol>
              </a:tblGrid>
              <a:tr h="45056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Beneficio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Ahorro anual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942779"/>
                  </a:ext>
                </a:extLst>
              </a:tr>
              <a:tr h="450562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Multas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$ 13.000.000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919659"/>
                  </a:ext>
                </a:extLst>
              </a:tr>
              <a:tr h="450562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Desperdicios de químicos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$ 794.240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913513"/>
                  </a:ext>
                </a:extLst>
              </a:tr>
              <a:tr h="450562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Ahorro por consumo energético </a:t>
                      </a:r>
                      <a:endParaRPr lang="es-CO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$ 3.907.199,817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798942"/>
                  </a:ext>
                </a:extLst>
              </a:tr>
              <a:tr h="51688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s-CO" sz="120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$ 17.701.439,81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639930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A52EF43-5A7D-4B24-A729-2B0C80FB3ADD}"/>
              </a:ext>
            </a:extLst>
          </p:cNvPr>
          <p:cNvSpPr txBox="1"/>
          <p:nvPr/>
        </p:nvSpPr>
        <p:spPr>
          <a:xfrm>
            <a:off x="1099929" y="1669774"/>
            <a:ext cx="589721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Reducción de desperdicio.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Mano de obra calificada.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Mejora en el estado de los equipos.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Mejora la disponibilidad de agua potable.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Mejora en la calidad del agua.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>
                <a:latin typeface="Times New Roman"/>
                <a:cs typeface="Times New Roman"/>
              </a:rPr>
              <a:t>Mejora en la documentación de procesos.</a:t>
            </a:r>
          </a:p>
        </p:txBody>
      </p:sp>
    </p:spTree>
    <p:extLst>
      <p:ext uri="{BB962C8B-B14F-4D97-AF65-F5344CB8AC3E}">
        <p14:creationId xmlns:p14="http://schemas.microsoft.com/office/powerpoint/2010/main" val="2305730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491DD-E924-48B3-A10C-6C8A4877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6988"/>
            <a:ext cx="8229600" cy="1143000"/>
          </a:xfrm>
        </p:spPr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18FA57-0B32-4E27-9B9B-16D1254CA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51422"/>
            <a:ext cx="8686800" cy="507792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Los procesos de la PTAP no representan un riesgo, ya que cumplen el papel de potabilización, sin embargo,  no están totalmente acorde a lo estipulado en la Resolución 2115 de 2007, Resolución 0811 de 2008 y el título c del ministerio de vivienda.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Se logró describir el estado técnico operativo actual de la planta de tratamiento de agua de la institución universitaria Antonio José Camacho sede sur. 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Se logró realizar una propuesta de caracterización técnico-operativa, que ayudó a detectar  beneficios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Se logró Identificar el impacto que tiene la Describir el estado técnico operativo actual de la planta de tratamiento de agua de la institución universitaria Antonio José Camacho sede sur.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Se pudo estimar el costo que tiene implementar una buena caracterización de la planta.  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600">
                <a:solidFill>
                  <a:schemeClr val="tx1"/>
                </a:solidFill>
                <a:latin typeface="Times New Roman"/>
                <a:cs typeface="Times New Roman"/>
              </a:rPr>
              <a:t> En general se logró cumplir con el propósito de la investigación ya que se pudo obtener las características de la planta y sus factores implícitos.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19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18987"/>
      </p:ext>
    </p:extLst>
  </p:cSld>
  <p:clrMapOvr>
    <a:masterClrMapping/>
  </p:clrMapOvr>
</p:sld>
</file>

<file path=ppt/theme/theme1.xml><?xml version="1.0" encoding="utf-8"?>
<a:theme xmlns:a="http://schemas.openxmlformats.org/drawingml/2006/main" name="Planitlla PowerPoint 2018 UNIAJ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BBE37546D04F449FAE68E4689D6AC8" ma:contentTypeVersion="2" ma:contentTypeDescription="Create a new document." ma:contentTypeScope="" ma:versionID="eda7a61a169102ed6fdbbebcaf5b0dce">
  <xsd:schema xmlns:xsd="http://www.w3.org/2001/XMLSchema" xmlns:xs="http://www.w3.org/2001/XMLSchema" xmlns:p="http://schemas.microsoft.com/office/2006/metadata/properties" xmlns:ns2="7874e33b-b33a-4f46-9ad2-59088a16df11" targetNamespace="http://schemas.microsoft.com/office/2006/metadata/properties" ma:root="true" ma:fieldsID="13cd5c38f89679fea7e8c5ce55fc5716" ns2:_="">
    <xsd:import namespace="7874e33b-b33a-4f46-9ad2-59088a16df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4e33b-b33a-4f46-9ad2-59088a16d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BEDE05-66EA-4AC6-AC1B-476AC5CF4FA3}">
  <ds:schemaRefs>
    <ds:schemaRef ds:uri="7874e33b-b33a-4f46-9ad2-59088a16df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3D6116-4896-4314-AF2D-390A1ABA4C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12206-D9D2-4398-B550-32A6C22D3119}">
  <ds:schemaRefs>
    <ds:schemaRef ds:uri="7874e33b-b33a-4f46-9ad2-59088a16df11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UNIAJC 2018</Template>
  <TotalTime>80</TotalTime>
  <Words>2849</Words>
  <Application>Microsoft Office PowerPoint</Application>
  <PresentationFormat>Presentación en pantalla (4:3)</PresentationFormat>
  <Paragraphs>730</Paragraphs>
  <Slides>35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6" baseType="lpstr">
      <vt:lpstr>Planitlla PowerPoint 2018 UNIAJC</vt:lpstr>
      <vt:lpstr>Presentación de PowerPoint</vt:lpstr>
      <vt:lpstr> PROPUESTA DE CARACTERIZACIÓN DEL PROCESO TÉCNICO-OPERATIVO DE LA PLANTA DE TRATAMIENTO DE AGUA DE LA INSTITUCIÓN UNIVERSITARIA ANTONIO JOSÉ CAMACHO   SEDE SUR      Miguel Angel Caycedo Saa Andres Felipe Jaramillo Moreno   </vt:lpstr>
      <vt:lpstr>Contenido</vt:lpstr>
      <vt:lpstr>Introducción</vt:lpstr>
      <vt:lpstr>PLANTEAMIENTO DEL PROBLEMA</vt:lpstr>
      <vt:lpstr>Tabla de Muestras </vt:lpstr>
      <vt:lpstr>Análisis de Muestras</vt:lpstr>
      <vt:lpstr>Análisis de Muestras</vt:lpstr>
      <vt:lpstr>Diagrama del proceso de potabilización</vt:lpstr>
      <vt:lpstr>Procesos PTAP</vt:lpstr>
      <vt:lpstr>HALLAZGOS</vt:lpstr>
      <vt:lpstr>Crecimiento estudiantil</vt:lpstr>
      <vt:lpstr>Pregunta problema</vt:lpstr>
      <vt:lpstr>Objetivo General</vt:lpstr>
      <vt:lpstr>Objetivos específicos</vt:lpstr>
      <vt:lpstr>METODOLOGIA</vt:lpstr>
      <vt:lpstr>Proceso metodológico</vt:lpstr>
      <vt:lpstr>Discusión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Beneficios 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Andres Bolaños Ceballos</dc:creator>
  <cp:lastModifiedBy>Miguel Angel Caycedo Saa</cp:lastModifiedBy>
  <cp:revision>28</cp:revision>
  <dcterms:created xsi:type="dcterms:W3CDTF">2018-09-19T14:14:54Z</dcterms:created>
  <dcterms:modified xsi:type="dcterms:W3CDTF">2021-06-21T23:38:48Z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0x0101003BBBE37546D04F449FAE68E4689D6AC8</vt:lpwstr>
  </property>
</Properties>
</file>